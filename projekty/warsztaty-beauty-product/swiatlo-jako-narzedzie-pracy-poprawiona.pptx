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0" r:id="rId6"/>
    <p:sldId id="257" r:id="rId7"/>
    <p:sldId id="258" r:id="rId8"/>
    <p:sldId id="267" r:id="rId25"/>
    <p:sldId id="259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19B9-4442-5429-E7D7-FD2BF4409133}" v="42" dt="2026-10-22T15:51:59.702"/>
    <p1510:client id="{DCB845AF-5868-46CA-BEDD-E8F86E416105}" v="123" dt="2026-10-22T15:25:2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68" y="37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  <Relationship Id="rId25" Type="http://schemas.openxmlformats.org/officeDocument/2006/relationships/slide" Target="slides/slide12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065105-97AC-4B1D-8CB5-0348C31C7C16}" type="datetime1">
              <a:rPr lang="pl-PL" smtClean="0"/>
              <a:t>22.10.2026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557A7-F3A5-476D-B013-FE3925A3ECF5}" type="datetime1">
              <a:rPr lang="pl-PL" smtClean="0"/>
              <a:pPr/>
              <a:t>22.10.2026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w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3" name="Tekst — symbol zastępczy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imię i nazwisko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a — symbol zastępczy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2" name="Stopka — symbol zastępczy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3" name="Numer slajdu — symbol zastępczy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grafikę SmartArt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l-PL">
                <a:latin typeface="Calibri"/>
                <a:ea typeface="Calibri"/>
                <a:cs typeface="Calibri"/>
              </a:rPr>
              <a:t>Światło jako narzędzie pracy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latin typeface="Calibri"/>
                <a:ea typeface="Calibri"/>
                <a:cs typeface="Calibri"/>
              </a:rPr>
              <a:t>Stefan Kawka &amp; Oskar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B51ED-A1F6-95B6-0AEF-00B573FB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Warsztaty beauty &amp; product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999272-F6A5-87D4-48CB-942530D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Fotografia i wideo</a:t>
            </a:r>
          </a:p>
          <a:p>
            <a:r>
              <a:rPr lang="pl-PL" dirty="0"/>
              <a:t>Światło, model, produkt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0359A7C-DA0A-EDDC-71C9-55A53C2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2508FD-0C5A-012D-D654-ACCAC01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87877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71FB35-764B-F009-6CE5-91A47AC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dnia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5FD058-2FA0-FA11-7186-F102FB51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Teoria światła i ekspozycji</a:t>
            </a:r>
          </a:p>
          <a:p>
            <a:r>
              <a:rPr lang="pl-PL" dirty="0"/>
              <a:t>Praktyka podstawowa</a:t>
            </a:r>
          </a:p>
          <a:p>
            <a:r>
              <a:rPr lang="pl-PL" dirty="0"/>
              <a:t>Zaawansowane setupy</a:t>
            </a:r>
          </a:p>
          <a:p>
            <a:r>
              <a:rPr lang="pl-PL" dirty="0"/>
              <a:t>Fotografia produktu</a:t>
            </a:r>
          </a:p>
          <a:p>
            <a:r>
              <a:rPr lang="pl-PL" dirty="0"/>
              <a:t>Setupy studyjne</a:t>
            </a:r>
          </a:p>
          <a:p>
            <a:r>
              <a:rPr lang="pl-PL" dirty="0"/>
              <a:t>LAB i własne ćwiczenia</a:t>
            </a:r>
          </a:p>
          <a:p>
            <a:r>
              <a:rPr lang="pl-PL" dirty="0"/>
              <a:t>Podsumowanie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3213C30-EEE7-BA77-1AD5-438CF14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EACE34-3F19-29E7-B25D-0FD6076E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3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691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Najpierw obserwujemy</a:t>
            </a:r>
          </a:p>
          <a:p>
            <a:r>
              <a:rPr lang="pl-PL" dirty="0"/>
              <a:t>Potem testujemy</a:t>
            </a:r>
          </a:p>
          <a:p>
            <a:r>
              <a:rPr lang="pl-PL" dirty="0"/>
              <a:t>Jeden element naraz</a:t>
            </a:r>
          </a:p>
          <a:p>
            <a:r>
              <a:rPr lang="pl-PL" dirty="0"/>
              <a:t>Zapisujemy ustawienia</a:t>
            </a:r>
          </a:p>
          <a:p>
            <a:r>
              <a:rPr lang="pl-PL" dirty="0"/>
              <a:t>Omawiamy wspólnie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6FC86C-983C-FBA7-23FD-9C7DCC82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Trójkąt ekspozycji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597D5B-B10A-6F08-5CCA-FC8429F7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 — czułość matrycy</a:t>
            </a:r>
          </a:p>
          <a:p>
            <a:r>
              <a:rPr lang="pl-PL" dirty="0"/>
              <a:t>Przysłona — światło i głębia</a:t>
            </a:r>
          </a:p>
          <a:p>
            <a:r>
              <a:rPr lang="pl-PL" dirty="0"/>
              <a:t>Czas migawki — ruch i światło</a:t>
            </a:r>
          </a:p>
          <a:p>
            <a:r>
              <a:rPr lang="pl-PL" dirty="0"/>
              <a:t>Jeden parametr naraz</a:t>
            </a:r>
          </a:p>
          <a:p>
            <a:r>
              <a:rPr lang="pl-PL" dirty="0"/>
              <a:t>Balans bieli (White Balance)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65F55E-6E16-0493-7411-365C43E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EFAED5D-03A1-4E64-0C1F-CD86B9B3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5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6171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0CDA1-D44E-0080-E809-50E0C3C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światła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7B9EE7-3AD2-F740-CB47-739E875E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Naturalne / sztuczne</a:t>
            </a:r>
          </a:p>
          <a:p>
            <a:r>
              <a:rPr lang="pl-PL" dirty="0"/>
              <a:t>Ciągłe / błyskowe</a:t>
            </a:r>
          </a:p>
          <a:p>
            <a:r>
              <a:rPr lang="pl-PL" dirty="0"/>
              <a:t>Miękkie / twarde</a:t>
            </a:r>
          </a:p>
          <a:p>
            <a:r>
              <a:rPr lang="pl-PL" dirty="0"/>
              <a:t>Ciepłe / zimne</a:t>
            </a:r>
          </a:p>
          <a:p>
            <a:r>
              <a:rPr lang="pl-PL" dirty="0"/>
              <a:t>CRI wpływa na kolor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62F908B-71C4-0F83-AFE4-01AED17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3558B40-751E-999E-2493-56F9BBC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6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1699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3143-473E-9B5B-268D-828C710D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Kierunek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A9DA-6949-F5CE-E78D-B3E23098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Front light</a:t>
            </a:r>
          </a:p>
          <a:p>
            <a:r>
              <a:rPr lang="pl-PL" dirty="0"/>
              <a:t>Side light</a:t>
            </a:r>
          </a:p>
          <a:p>
            <a:r>
              <a:rPr lang="pl-PL" dirty="0"/>
              <a:t>Back light</a:t>
            </a:r>
          </a:p>
          <a:p>
            <a:r>
              <a:rPr lang="pl-PL" dirty="0"/>
              <a:t>Top light</a:t>
            </a:r>
          </a:p>
          <a:p>
            <a:r>
              <a:rPr lang="pl-PL" dirty="0"/>
              <a:t>Counter light</a:t>
            </a:r>
          </a:p>
          <a:p>
            <a:r>
              <a:rPr lang="pl-PL" dirty="0"/>
              <a:t>Kierunek zmienia kształt twarzy i produktu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3F3A9-662C-766C-786D-4A14AF2D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EB6F-C972-AAE5-A329-D1C00FB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7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77422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935-0DF5-5C59-8A56-B31F28C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Kontrola ekspozycji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491-2BDF-CCB7-4011-11A789F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Histogram — rozkład jasności</a:t>
            </a:r>
          </a:p>
          <a:p>
            <a:r>
              <a:rPr lang="pl-PL" dirty="0"/>
              <a:t>Cienie i światła</a:t>
            </a:r>
          </a:p>
          <a:p>
            <a:r>
              <a:rPr lang="pl-PL" dirty="0"/>
              <a:t>False Color</a:t>
            </a:r>
          </a:p>
          <a:p>
            <a:r>
              <a:rPr lang="pl-PL" dirty="0"/>
              <a:t>Patrz na dane, nie tylko na ekran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CFF8-0CA2-BE58-574A-3A513EA6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100D-B019-F0F8-842B-D94762A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8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300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Najczęstsze błędy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Prześwietlenie</a:t>
            </a:r>
          </a:p>
          <a:p>
            <a:r>
              <a:rPr lang="pl-PL" dirty="0"/>
              <a:t>Niedoświetlenie</a:t>
            </a:r>
          </a:p>
          <a:p>
            <a:r>
              <a:rPr lang="pl-PL" dirty="0"/>
              <a:t>Zły balans bieli</a:t>
            </a:r>
          </a:p>
          <a:p>
            <a:r>
              <a:rPr lang="pl-PL" dirty="0"/>
              <a:t>Niepotrzebne odbicia</a:t>
            </a:r>
          </a:p>
          <a:p>
            <a:r>
              <a:rPr lang="pl-PL" dirty="0"/>
              <a:t>Bałagan w tle</a:t>
            </a:r>
          </a:p>
          <a:p>
            <a:r>
              <a:rPr lang="pl-PL" dirty="0"/>
              <a:t>Migotanie światła w wideo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9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B15-B057-BAB7-1BF0-F88D5D66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Praca z modelem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7FA0-7E4C-86E8-D400-36CACE0D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Kierunek ciała</a:t>
            </a:r>
          </a:p>
          <a:p>
            <a:r>
              <a:rPr lang="pl-PL" dirty="0"/>
              <a:t>Ułożenie głowy</a:t>
            </a:r>
          </a:p>
          <a:p>
            <a:r>
              <a:rPr lang="pl-PL" dirty="0"/>
              <a:t>Wzrok</a:t>
            </a:r>
          </a:p>
          <a:p>
            <a:r>
              <a:rPr lang="pl-PL" dirty="0"/>
              <a:t>Dłonie</a:t>
            </a:r>
          </a:p>
          <a:p>
            <a:r>
              <a:rPr lang="pl-PL" dirty="0"/>
              <a:t>Jasne komunikaty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5B169-FCDA-574B-450D-54635396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4D1C-7493-C852-3A6C-0E96CFD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10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6785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989-54C2-F8C8-8681-BB49B42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Soft light i hard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3E-8778-5306-9407-265716F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Soft — softbox, parasolka</a:t>
            </a:r>
          </a:p>
          <a:p>
            <a:r>
              <a:rPr lang="pl-PL" dirty="0"/>
              <a:t>Hard — reflektor, gobo</a:t>
            </a:r>
          </a:p>
          <a:p>
            <a:r>
              <a:rPr lang="pl-PL" dirty="0"/>
              <a:t>Miękkie przejścia vs mocne cienie</a:t>
            </a:r>
          </a:p>
          <a:p>
            <a:r>
              <a:rPr lang="pl-PL" dirty="0"/>
              <a:t>Światło dobieramy do celu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976D2-A506-5919-AA10-4B60A654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4AB93-C763-BF4E-595A-F61FDAE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11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9264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BHP na planie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Kable zabezpieczone</a:t>
            </a:r>
          </a:p>
          <a:p>
            <a:r>
              <a:rPr lang="pl-PL" dirty="0"/>
              <a:t>Statywy obciążone</a:t>
            </a:r>
          </a:p>
          <a:p>
            <a:r>
              <a:rPr lang="pl-PL" dirty="0"/>
              <a:t>Lampy stabilnie</a:t>
            </a:r>
          </a:p>
          <a:p>
            <a:r>
              <a:rPr lang="pl-PL" dirty="0"/>
              <a:t>Gorącego sprzętu nie dotykamy</a:t>
            </a:r>
          </a:p>
          <a:p>
            <a:r>
              <a:rPr lang="pl-PL" dirty="0"/>
              <a:t>Zmiany mówimy grupie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792</Words>
  <Application>Microsoft Office PowerPoint</Application>
  <PresentationFormat>Widescreen</PresentationFormat>
  <Paragraphs>262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Monoline</vt:lpstr>
      <vt:lpstr>Światło jako narzędzie pracy</vt:lpstr>
      <vt:lpstr>Warsztaty fotografii i wideo beauty &amp; product</vt:lpstr>
      <vt:lpstr>Plan dnia </vt:lpstr>
      <vt:lpstr>Zasady pracy&amp; BHP na planie  </vt:lpstr>
      <vt:lpstr>Parametry kamery Trójkąt ekspozycji</vt:lpstr>
      <vt:lpstr>Rodzaje światła</vt:lpstr>
      <vt:lpstr>Kierunek światła </vt:lpstr>
      <vt:lpstr>Kontrola ekspozycji</vt:lpstr>
      <vt:lpstr>Najczęstsze błędy</vt:lpstr>
      <vt:lpstr>Praca z modelem</vt:lpstr>
      <vt:lpstr> Soft light i hard light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80</cp:revision>
  <dcterms:created xsi:type="dcterms:W3CDTF">2026-10-22T11:13:38Z</dcterms:created>
  <dcterms:modified xsi:type="dcterms:W3CDTF">2026-10-22T15:52:02Z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