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12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0" r:id="rId6"/>
    <p:sldId id="257" r:id="rId7"/>
    <p:sldId id="258" r:id="rId8"/>
    <p:sldId id="267" r:id="rId25"/>
    <p:sldId id="259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2" dt="2026-10-22T15:51:59.702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  <Relationship Id="rId25" Type="http://schemas.openxmlformats.org/officeDocument/2006/relationships/slide" Target="slides/slide1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Teoria światła i ekspozycji</a:t>
            </a:r>
          </a:p>
          <a:p>
            <a:r>
              <a:rPr lang="pl-PL" dirty="0"/>
              <a:t>Praktyka podstawowa</a:t>
            </a:r>
          </a:p>
          <a:p>
            <a:r>
              <a:rPr lang="pl-PL" dirty="0"/>
              <a:t>Zaawansowane setupy</a:t>
            </a:r>
          </a:p>
          <a:p>
            <a:r>
              <a:rPr lang="pl-PL" dirty="0"/>
              <a:t>Fotografia produktu</a:t>
            </a:r>
          </a:p>
          <a:p>
            <a:r>
              <a:rPr lang="pl-PL" dirty="0"/>
              <a:t>Setupy studyjne</a:t>
            </a:r>
          </a:p>
          <a:p>
            <a:r>
              <a:rPr lang="pl-PL" dirty="0"/>
              <a:t>LAB i własne ćwiczenia</a:t>
            </a:r>
          </a:p>
          <a:p>
            <a:r>
              <a:rPr lang="pl-PL" dirty="0"/>
              <a:t>Podsumowanie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321040" y="18288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6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10642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7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39496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9:00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1051560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17:50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7223760" y="3383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cały dzień, 7 bloków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863840" y="54864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863840" y="1143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Rodzaje światła</vt:lpstr>
      <vt:lpstr>Kierunek światła </vt:lpstr>
      <vt:lpstr>Kontrola ekspozycji</vt:lpstr>
      <vt:lpstr>Najczęstsze błędy</vt:lpstr>
      <vt:lpstr>Praca z modelem</vt:lpstr>
      <vt:lpstr> Soft light i hard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80</cp:revision>
  <dcterms:created xsi:type="dcterms:W3CDTF">2026-10-22T11:13:38Z</dcterms:created>
  <dcterms:modified xsi:type="dcterms:W3CDTF">2026-10-22T15:52:02Z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