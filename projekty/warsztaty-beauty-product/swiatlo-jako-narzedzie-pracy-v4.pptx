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Layouts/slideLayout21.xml" ContentType="application/vnd.openxmlformats-officedocument.presentationml.slideLayout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66" r:id="rId4"/>
  </p:sldMasterIdLst>
  <p:notesMasterIdLst>
    <p:notesMasterId r:id="rId30"/>
  </p:notesMasterIdLst>
  <p:handoutMasterIdLst>
    <p:handoutMasterId r:id="rId31"/>
  </p:handoutMasterIdLst>
  <p:sldIdLst>
    <p:sldId id="256" r:id="rId5"/>
    <p:sldId id="260" r:id="rId6"/>
    <p:sldId id="257" r:id="rId7"/>
    <p:sldId id="258" r:id="rId8"/>
    <p:sldId id="281" r:id="rId39"/>
    <p:sldId id="259" r:id="rId9"/>
    <p:sldId id="263" r:id="rId10"/>
    <p:sldId id="261" r:id="rId11"/>
    <p:sldId id="262" r:id="rId12"/>
    <p:sldId id="266" r:id="rId13"/>
    <p:sldId id="269" r:id="rId14"/>
    <p:sldId id="267" r:id="rId15"/>
    <p:sldId id="268" r:id="rId16"/>
    <p:sldId id="264" r:id="rId17"/>
    <p:sldId id="265" r:id="rId18"/>
    <p:sldId id="270" r:id="rId19"/>
    <p:sldId id="271" r:id="rId20"/>
    <p:sldId id="272" r:id="rId21"/>
    <p:sldId id="273" r:id="rId22"/>
    <p:sldId id="274" r:id="rId23"/>
    <p:sldId id="282" r:id="rId40"/>
    <p:sldId id="275" r:id="rId24"/>
    <p:sldId id="276" r:id="rId25"/>
    <p:sldId id="277" r:id="rId26"/>
    <p:sldId id="278" r:id="rId27"/>
    <p:sldId id="279" r:id="rId28"/>
    <p:sldId id="280" r:id="rId29"/>
  </p:sldIdLst>
  <p:sldSz cx="12192000" cy="6858000"/>
  <p:notesSz cx="6858000" cy="9144000"/>
  <p:defaultTextStyle>
    <a:defPPr rtl="0">
      <a:defRPr lang="pl-P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360" userDrawn="1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4" name="Autor" initials="A" lastIdx="0" clrIdx="3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E6D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D19B9-4442-5429-E7D7-FD2BF4409133}" v="467" dt="2026-10-22T18:42:13.828"/>
    <p1510:client id="{DCB845AF-5868-46CA-BEDD-E8F86E416105}" v="123" dt="2026-10-22T15:25:22.79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5653" autoAdjust="0"/>
    <p:restoredTop sz="94660"/>
  </p:normalViewPr>
  <p:slideViewPr>
    <p:cSldViewPr snapToGrid="0">
      <p:cViewPr varScale="1">
        <p:scale>
          <a:sx n="106" d="100"/>
          <a:sy n="106" d="100"/>
        </p:scale>
        <p:origin x="162" y="108"/>
      </p:cViewPr>
      <p:guideLst>
        <p:guide orient="horz" pos="33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75" d="100"/>
          <a:sy n="75" d="100"/>
        </p:scale>
        <p:origin x="4068" y="378"/>
      </p:cViewPr>
      <p:guideLst/>
    </p:cSldViewPr>
  </p:notesViewPr>
  <p:gridSpacing cx="76200" cy="76200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commentAuthors" Target="commentAuthors.xml"/><Relationship Id="rId37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handoutMaster" Target="handoutMasters/handout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notesMaster" Target="notesMasters/notesMaster1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  <Relationship Id="rId39" Type="http://schemas.openxmlformats.org/officeDocument/2006/relationships/slide" Target="slides/slide26.xml"/>
  <Relationship Id="rId40" Type="http://schemas.openxmlformats.org/officeDocument/2006/relationships/slide" Target="slides/slide27.xml"/>
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>
            <a:extLst>
              <a:ext uri="{FF2B5EF4-FFF2-40B4-BE49-F238E27FC236}">
                <a16:creationId xmlns:a16="http://schemas.microsoft.com/office/drawing/2014/main" id="{53F6ED8B-CF52-4A64-BACC-61D9C1041E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0D7022B2-02C5-4E03-99BC-0BA3C57AC49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61065105-97AC-4B1D-8CB5-0348C31C7C16}" type="datetime1">
              <a:rPr lang="pl-PL" smtClean="0"/>
              <a:t>22.10.2026</a:t>
            </a:fld>
            <a:endParaRPr lang="pl-PL" dirty="0"/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BC3FEE8C-8D38-4F2A-950E-071C6823E27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/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8C567A6D-959B-4552-AB8D-4CCA819CAA71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4BF9A36D-7FAC-478F-9944-F324014F6FD1}" type="slidenum">
              <a:rPr lang="pl-PL" smtClean="0"/>
              <a:t>‹#›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134246769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główek — symbol zastępczy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3" name="Data — symbol zastępczy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1557A7-F3A5-476D-B013-FE3925A3ECF5}" type="datetime1">
              <a:rPr lang="pl-PL" smtClean="0"/>
              <a:pPr/>
              <a:t>22.10.2026</a:t>
            </a:fld>
            <a:endParaRPr lang="pl-PL" dirty="0"/>
          </a:p>
        </p:txBody>
      </p:sp>
      <p:sp>
        <p:nvSpPr>
          <p:cNvPr id="4" name="Obraz slajdu — symbol zastępczy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pl-PL" noProof="0"/>
          </a:p>
        </p:txBody>
      </p:sp>
      <p:sp>
        <p:nvSpPr>
          <p:cNvPr id="5" name="Notatki — symbol zastępczy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6" name="Stopka — symbol zastępczy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pl-PL" noProof="0"/>
          </a:p>
        </p:txBody>
      </p:sp>
      <p:sp>
        <p:nvSpPr>
          <p:cNvPr id="7" name="Numer slajdu — symbol zastępczy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D4B9A9E5-4F7F-4A7D-9DE1-899232329269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38778318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raz slajdu — symbol zastępczy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atki — symbol zastępczy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pl-PL"/>
          </a:p>
        </p:txBody>
      </p:sp>
      <p:sp>
        <p:nvSpPr>
          <p:cNvPr id="4" name="Numer slajdu — symbol zastępczy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/>
          <a:p>
            <a:pPr rtl="0"/>
            <a:fld id="{D4B9A9E5-4F7F-4A7D-9DE1-899232329269}" type="slidenum">
              <a:rPr lang="pl-PL" smtClean="0"/>
              <a:t>1</a:t>
            </a:fld>
            <a:endParaRPr lang="pl-PL"/>
          </a:p>
        </p:txBody>
      </p:sp>
    </p:spTree>
    <p:extLst>
      <p:ext uri="{BB962C8B-B14F-4D97-AF65-F5344CB8AC3E}">
        <p14:creationId xmlns:p14="http://schemas.microsoft.com/office/powerpoint/2010/main" val="37661281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sv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sv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sv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svg"/><Relationship Id="rId2" Type="http://schemas.openxmlformats.org/officeDocument/2006/relationships/image" Target="../media/image8.sv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10.svg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sv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sv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sv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ajd tytułowy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16040" y="4434840"/>
            <a:ext cx="4941771" cy="1122202"/>
          </a:xfrm>
        </p:spPr>
        <p:txBody>
          <a:bodyPr rtlCol="0" anchor="b">
            <a:noAutofit/>
          </a:bodyPr>
          <a:lstStyle>
            <a:lvl1pPr algn="l">
              <a:defRPr sz="3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l-PL" noProof="0"/>
              <a:t>Kliknij, aby edytować styl wzorca podtytułu</a:t>
            </a:r>
          </a:p>
        </p:txBody>
      </p:sp>
      <p:pic>
        <p:nvPicPr>
          <p:cNvPr id="8" name="Grafika 7">
            <a:extLst>
              <a:ext uri="{FF2B5EF4-FFF2-40B4-BE49-F238E27FC236}">
                <a16:creationId xmlns:a16="http://schemas.microsoft.com/office/drawing/2014/main" id="{A04F1E16-9A84-4D0E-9706-79C396AF6AE6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9358" t="23650" b="-1"/>
          <a:stretch/>
        </p:blipFill>
        <p:spPr>
          <a:xfrm>
            <a:off x="0" y="0"/>
            <a:ext cx="9488312" cy="5054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1086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lan spotkania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afika 7">
            <a:extLst>
              <a:ext uri="{FF2B5EF4-FFF2-40B4-BE49-F238E27FC236}">
                <a16:creationId xmlns:a16="http://schemas.microsoft.com/office/drawing/2014/main" id="{D514C6BF-376E-43E8-881D-2E767426990A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28341" b="23071"/>
          <a:stretch/>
        </p:blipFill>
        <p:spPr>
          <a:xfrm>
            <a:off x="5488815" y="0"/>
            <a:ext cx="6703185" cy="685800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4000000" cy="1325563"/>
          </a:xfrm>
        </p:spPr>
        <p:txBody>
          <a:bodyPr rtlCol="0" anchor="b">
            <a:normAutofit/>
          </a:bodyPr>
          <a:lstStyle>
            <a:lvl1pPr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4000000" cy="3700000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ś czas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rafika 10">
            <a:extLst>
              <a:ext uri="{FF2B5EF4-FFF2-40B4-BE49-F238E27FC236}">
                <a16:creationId xmlns:a16="http://schemas.microsoft.com/office/drawing/2014/main" id="{9D2AF524-D4B4-4A3A-9CE4-EDAFE1D5A37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13884" y="0"/>
            <a:ext cx="10078116" cy="6858000"/>
          </a:xfrm>
          <a:custGeom>
            <a:avLst/>
            <a:gdLst>
              <a:gd name="connsiteX0" fmla="*/ 3793236 w 10078116"/>
              <a:gd name="connsiteY0" fmla="*/ 6858000 h 6858000"/>
              <a:gd name="connsiteX1" fmla="*/ 0 w 10078116"/>
              <a:gd name="connsiteY1" fmla="*/ 0 h 6858000"/>
              <a:gd name="connsiteX2" fmla="*/ 10078116 w 10078116"/>
              <a:gd name="connsiteY2" fmla="*/ 0 h 6858000"/>
              <a:gd name="connsiteX3" fmla="*/ 10078116 w 10078116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0078116" h="6858000">
                <a:moveTo>
                  <a:pt x="3793236" y="6858000"/>
                </a:moveTo>
                <a:lnTo>
                  <a:pt x="0" y="0"/>
                </a:lnTo>
                <a:lnTo>
                  <a:pt x="10078116" y="0"/>
                </a:lnTo>
                <a:lnTo>
                  <a:pt x="10078116" y="685800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pPr rtl="0"/>
            <a:endParaRPr lang="pl-PL" noProof="0"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6E3987A5-99A6-4B33-BAAF-53159635382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5509419"/>
            <a:ext cx="4082142" cy="585788"/>
          </a:xfrm>
        </p:spPr>
        <p:txBody>
          <a:bodyPr rtlCol="0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TYTUŁ</a:t>
            </a:r>
          </a:p>
        </p:txBody>
      </p:sp>
      <p:sp>
        <p:nvSpPr>
          <p:cNvPr id="16" name="Tekst — symbol zastępczy 15">
            <a:extLst>
              <a:ext uri="{FF2B5EF4-FFF2-40B4-BE49-F238E27FC236}">
                <a16:creationId xmlns:a16="http://schemas.microsoft.com/office/drawing/2014/main" id="{3BABF6CA-407C-4BF0-8234-1321A676E75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318" y="148113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7" name="Tekst — symbol zastępczy 15">
            <a:extLst>
              <a:ext uri="{FF2B5EF4-FFF2-40B4-BE49-F238E27FC236}">
                <a16:creationId xmlns:a16="http://schemas.microsoft.com/office/drawing/2014/main" id="{76D8129B-5B68-421C-968C-3663C86EFC7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714375" y="2557463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8" name="Tekst — symbol zastępczy 15">
            <a:extLst>
              <a:ext uri="{FF2B5EF4-FFF2-40B4-BE49-F238E27FC236}">
                <a16:creationId xmlns:a16="http://schemas.microsoft.com/office/drawing/2014/main" id="{6C741DCA-8EBD-44F5-9D38-E938A628AD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320800" y="3633788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19" name="Tekst — symbol zastępczy 15">
            <a:extLst>
              <a:ext uri="{FF2B5EF4-FFF2-40B4-BE49-F238E27FC236}">
                <a16:creationId xmlns:a16="http://schemas.microsoft.com/office/drawing/2014/main" id="{5C43C6B1-A1BD-4A90-8B4B-F361C1BEDD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05000" y="4710114"/>
            <a:ext cx="2141764" cy="514350"/>
          </a:xfrm>
        </p:spPr>
        <p:txBody>
          <a:bodyPr rtlCol="0" anchor="ctr">
            <a:noAutofit/>
          </a:bodyPr>
          <a:lstStyle>
            <a:lvl1pPr marL="0" indent="0" algn="r">
              <a:buNone/>
              <a:defRPr sz="1600" cap="all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STYLE WZORCA TEKSTU</a:t>
            </a:r>
          </a:p>
        </p:txBody>
      </p:sp>
      <p:sp>
        <p:nvSpPr>
          <p:cNvPr id="34" name="Tekst — symbol zastępczy 15">
            <a:extLst>
              <a:ext uri="{FF2B5EF4-FFF2-40B4-BE49-F238E27FC236}">
                <a16:creationId xmlns:a16="http://schemas.microsoft.com/office/drawing/2014/main" id="{0C66E1BD-33F0-4B94-BF94-CD4698F85C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401535" y="1594478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5" name="Tekst — symbol zastępczy 15">
            <a:extLst>
              <a:ext uri="{FF2B5EF4-FFF2-40B4-BE49-F238E27FC236}">
                <a16:creationId xmlns:a16="http://schemas.microsoft.com/office/drawing/2014/main" id="{2D4661B1-6559-407A-9AEC-A46A0570AE8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986028" y="268256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6" name="Tekst — symbol zastępczy 15">
            <a:extLst>
              <a:ext uri="{FF2B5EF4-FFF2-40B4-BE49-F238E27FC236}">
                <a16:creationId xmlns:a16="http://schemas.microsoft.com/office/drawing/2014/main" id="{DCC983F7-6A25-42C0-811C-EA32138C5B8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576937" y="3755394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sp>
        <p:nvSpPr>
          <p:cNvPr id="37" name="Tekst — symbol zastępczy 15">
            <a:extLst>
              <a:ext uri="{FF2B5EF4-FFF2-40B4-BE49-F238E27FC236}">
                <a16:creationId xmlns:a16="http://schemas.microsoft.com/office/drawing/2014/main" id="{E83DA0EB-27DD-416A-8DA5-4AFDC8587E5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175279" y="4824430"/>
            <a:ext cx="5539095" cy="1010842"/>
          </a:xfrm>
        </p:spPr>
        <p:txBody>
          <a:bodyPr rtlCol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edytować styl wzorca tekstu</a:t>
            </a:r>
          </a:p>
        </p:txBody>
      </p:sp>
      <p:cxnSp>
        <p:nvCxnSpPr>
          <p:cNvPr id="3" name="Łącznik prosty 2">
            <a:extLst>
              <a:ext uri="{FF2B5EF4-FFF2-40B4-BE49-F238E27FC236}">
                <a16:creationId xmlns:a16="http://schemas.microsoft.com/office/drawing/2014/main" id="{D3795F91-C721-4363-956D-756673AE79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4353515" y="502393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4" name="Łącznik prosty 3">
            <a:extLst>
              <a:ext uri="{FF2B5EF4-FFF2-40B4-BE49-F238E27FC236}">
                <a16:creationId xmlns:a16="http://schemas.microsoft.com/office/drawing/2014/main" id="{8AC14461-E27D-413D-B31A-47B74646AF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759917" y="3948451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8" name="Łącznik prosty 7">
            <a:extLst>
              <a:ext uri="{FF2B5EF4-FFF2-40B4-BE49-F238E27FC236}">
                <a16:creationId xmlns:a16="http://schemas.microsoft.com/office/drawing/2014/main" id="{4D6AEA4C-7710-4829-BA87-8DD77F1593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3173453" y="2872686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cxnSp>
        <p:nvCxnSpPr>
          <p:cNvPr id="9" name="Łącznik prosty 8">
            <a:extLst>
              <a:ext uri="{FF2B5EF4-FFF2-40B4-BE49-F238E27FC236}">
                <a16:creationId xmlns:a16="http://schemas.microsoft.com/office/drawing/2014/main" id="{E9BD473E-6203-491C-87AC-54AC0AB2333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2586263" y="1796083"/>
            <a:ext cx="1513211" cy="0"/>
          </a:xfrm>
          <a:prstGeom prst="line">
            <a:avLst/>
          </a:prstGeom>
          <a:ln w="63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5"/>
          </a:lnRef>
          <a:fillRef idx="0">
            <a:schemeClr val="accent5"/>
          </a:fillRef>
          <a:effectRef idx="0">
            <a:schemeClr val="accent5"/>
          </a:effectRef>
          <a:fontRef idx="minor">
            <a:schemeClr val="tx1"/>
          </a:fontRef>
        </p:style>
      </p:cxnSp>
      <p:sp>
        <p:nvSpPr>
          <p:cNvPr id="5" name="Data — symbol zastępczy 4">
            <a:extLst>
              <a:ext uri="{FF2B5EF4-FFF2-40B4-BE49-F238E27FC236}">
                <a16:creationId xmlns:a16="http://schemas.microsoft.com/office/drawing/2014/main" id="{874DC36F-5D3E-439D-80B5-32633FC344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6" name="Stopka — symbol zastępczy 5">
            <a:extLst>
              <a:ext uri="{FF2B5EF4-FFF2-40B4-BE49-F238E27FC236}">
                <a16:creationId xmlns:a16="http://schemas.microsoft.com/office/drawing/2014/main" id="{6C710A8A-CEC9-4787-A745-C28DD965F7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155823" y="6356350"/>
            <a:ext cx="1808712" cy="365125"/>
          </a:xfrm>
        </p:spPr>
        <p:txBody>
          <a:bodyPr rtlCol="0"/>
          <a:lstStyle>
            <a:lvl1pPr algn="l"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7" name="Numer slajdu — symbol zastępczy 6">
            <a:extLst>
              <a:ext uri="{FF2B5EF4-FFF2-40B4-BE49-F238E27FC236}">
                <a16:creationId xmlns:a16="http://schemas.microsoft.com/office/drawing/2014/main" id="{4162BD04-8F01-472A-9456-4702A2218B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10874" y="6356350"/>
            <a:ext cx="54292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30528123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a zawartości 3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ytuł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1485900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7" name="Tekst — symbol zastępczy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1485664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1" name="Tekst — symbol zastępczy 15">
            <a:extLst>
              <a:ext uri="{FF2B5EF4-FFF2-40B4-BE49-F238E27FC236}">
                <a16:creationId xmlns:a16="http://schemas.microsoft.com/office/drawing/2014/main" id="{87DD41A9-B6B3-48D9-A3A6-831B39C9158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673004" y="2563123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32" name="Tekst — symbol zastępczy 18">
            <a:extLst>
              <a:ext uri="{FF2B5EF4-FFF2-40B4-BE49-F238E27FC236}">
                <a16:creationId xmlns:a16="http://schemas.microsoft.com/office/drawing/2014/main" id="{FB791E68-EDF5-4CC2-8774-A27AEF1D25E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673143" y="3070348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3" name="Tekst — symbol zastępczy 15">
            <a:extLst>
              <a:ext uri="{FF2B5EF4-FFF2-40B4-BE49-F238E27FC236}">
                <a16:creationId xmlns:a16="http://schemas.microsoft.com/office/drawing/2014/main" id="{AA224F82-7E0C-4EBF-97D3-132481DBCDA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485899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34" name="Tekst — symbol zastępczy 18">
            <a:extLst>
              <a:ext uri="{FF2B5EF4-FFF2-40B4-BE49-F238E27FC236}">
                <a16:creationId xmlns:a16="http://schemas.microsoft.com/office/drawing/2014/main" id="{699D24C6-4AFB-4222-8E0C-4D11CD9C0FF7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1486412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2" name="Tekst — symbol zastępczy 15">
            <a:extLst>
              <a:ext uri="{FF2B5EF4-FFF2-40B4-BE49-F238E27FC236}">
                <a16:creationId xmlns:a16="http://schemas.microsoft.com/office/drawing/2014/main" id="{3B05E19C-DF33-4515-AC52-F95850810EC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672630" y="4319431"/>
            <a:ext cx="4031945" cy="365125"/>
          </a:xfrm>
        </p:spPr>
        <p:txBody>
          <a:bodyPr rtlCol="0">
            <a:normAutofit/>
          </a:bodyPr>
          <a:lstStyle>
            <a:lvl1pPr marL="0" indent="0" algn="ctr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DODAĆ PODTYTUŁ</a:t>
            </a:r>
          </a:p>
        </p:txBody>
      </p:sp>
      <p:sp>
        <p:nvSpPr>
          <p:cNvPr id="13" name="Tekst — symbol zastępczy 18">
            <a:extLst>
              <a:ext uri="{FF2B5EF4-FFF2-40B4-BE49-F238E27FC236}">
                <a16:creationId xmlns:a16="http://schemas.microsoft.com/office/drawing/2014/main" id="{C0EBC62D-442C-45D3-B66B-C6578FBB3370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6673143" y="4826656"/>
            <a:ext cx="4031030" cy="1057308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/>
        <p:txBody>
          <a:bodyPr rtlCol="0"/>
          <a:lstStyle/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 rtlCol="0"/>
          <a:lstStyle/>
          <a:p>
            <a:pPr rtl="0"/>
            <a:r>
              <a:rPr lang="pl-PL" noProof="0"/>
              <a:t>Prezentacja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/>
        <p:txBody>
          <a:bodyPr rtlCol="0"/>
          <a:lstStyle/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2" name="Łącznik prosty 1">
            <a:extLst>
              <a:ext uri="{FF2B5EF4-FFF2-40B4-BE49-F238E27FC236}">
                <a16:creationId xmlns:a16="http://schemas.microsoft.com/office/drawing/2014/main" id="{9298DCF7-7DC1-4618-8133-F63847B0AF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688388" y="0"/>
            <a:ext cx="3503612" cy="235295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Łącznik prosty 5">
            <a:extLst>
              <a:ext uri="{FF2B5EF4-FFF2-40B4-BE49-F238E27FC236}">
                <a16:creationId xmlns:a16="http://schemas.microsoft.com/office/drawing/2014/main" id="{653A6567-233D-4A3B-B52B-DE7E5E35A1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9720943" y="0"/>
            <a:ext cx="2471057" cy="269903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Grafika 6">
            <a:extLst>
              <a:ext uri="{FF2B5EF4-FFF2-40B4-BE49-F238E27FC236}">
                <a16:creationId xmlns:a16="http://schemas.microsoft.com/office/drawing/2014/main" id="{64D564EB-CA78-42C6-AD76-3C4E7B3AEA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8" name="Grafika 7">
            <a:extLst>
              <a:ext uri="{FF2B5EF4-FFF2-40B4-BE49-F238E27FC236}">
                <a16:creationId xmlns:a16="http://schemas.microsoft.com/office/drawing/2014/main" id="{1CFFBB3A-BDCF-4878-8D04-E8BB9A050E7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14876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olumna zawartości 2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ytuł 1">
            <a:extLst>
              <a:ext uri="{FF2B5EF4-FFF2-40B4-BE49-F238E27FC236}">
                <a16:creationId xmlns:a16="http://schemas.microsoft.com/office/drawing/2014/main" id="{42ACEF30-0520-40B3-A1F1-F3D2530563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508760" y="4156405"/>
            <a:ext cx="3139440" cy="1325563"/>
          </a:xfrm>
        </p:spPr>
        <p:txBody>
          <a:bodyPr rtlCol="0" anchor="b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A1FB681F-A94D-4BF8-8290-0811E98D49D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153063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7" name="Tekst — symbol zastępczy 18">
            <a:extLst>
              <a:ext uri="{FF2B5EF4-FFF2-40B4-BE49-F238E27FC236}">
                <a16:creationId xmlns:a16="http://schemas.microsoft.com/office/drawing/2014/main" id="{61E8C129-EF62-46A8-97F3-3CB5D014FB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186006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6" name="Tekst — symbol zastępczy 15">
            <a:extLst>
              <a:ext uri="{FF2B5EF4-FFF2-40B4-BE49-F238E27FC236}">
                <a16:creationId xmlns:a16="http://schemas.microsoft.com/office/drawing/2014/main" id="{07D6A00C-D56B-4E8B-B992-7DA51D3C7261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263043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8" name="Tekst — symbol zastępczy 18">
            <a:extLst>
              <a:ext uri="{FF2B5EF4-FFF2-40B4-BE49-F238E27FC236}">
                <a16:creationId xmlns:a16="http://schemas.microsoft.com/office/drawing/2014/main" id="{DA90DA32-7E6A-4713-BDC9-73910E2A0E6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295985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9" name="Tekst — symbol zastępczy 15">
            <a:extLst>
              <a:ext uri="{FF2B5EF4-FFF2-40B4-BE49-F238E27FC236}">
                <a16:creationId xmlns:a16="http://schemas.microsoft.com/office/drawing/2014/main" id="{D7E57261-C874-4DFD-AF7D-F9EC50B3BFD0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373022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0" name="Tekst — symbol zastępczy 18">
            <a:extLst>
              <a:ext uri="{FF2B5EF4-FFF2-40B4-BE49-F238E27FC236}">
                <a16:creationId xmlns:a16="http://schemas.microsoft.com/office/drawing/2014/main" id="{843F77CE-098F-4777-8C30-5CEE7954D14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05965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3" name="Tekst — symbol zastępczy 15">
            <a:extLst>
              <a:ext uri="{FF2B5EF4-FFF2-40B4-BE49-F238E27FC236}">
                <a16:creationId xmlns:a16="http://schemas.microsoft.com/office/drawing/2014/main" id="{4CAE269A-B6AB-42A6-9575-6057FA25A29E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5920106" y="4830024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4" name="Tekst — symbol zastępczy 18">
            <a:extLst>
              <a:ext uri="{FF2B5EF4-FFF2-40B4-BE49-F238E27FC236}">
                <a16:creationId xmlns:a16="http://schemas.microsoft.com/office/drawing/2014/main" id="{46866A49-A3A8-4869-961C-EB41F6BC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5919680" y="5159449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98EC90C5-A811-4E5C-ADD1-A89DB4E94DAA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3356B621-AE19-45D3-B25F-23256C242DDD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158BDCB2-D8C3-4571-8154-76BEA9AE41A8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  <p:pic>
        <p:nvPicPr>
          <p:cNvPr id="2" name="Grafika 1">
            <a:extLst>
              <a:ext uri="{FF2B5EF4-FFF2-40B4-BE49-F238E27FC236}">
                <a16:creationId xmlns:a16="http://schemas.microsoft.com/office/drawing/2014/main" id="{6D8D9106-8780-461D-9091-E074B0A3C9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-4696" y="-1"/>
            <a:ext cx="4896735" cy="4385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9504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Wstęp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620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62075" y="3660774"/>
            <a:ext cx="5111750" cy="1525588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cxnSp>
        <p:nvCxnSpPr>
          <p:cNvPr id="14" name="Łącznik prosty 13">
            <a:extLst>
              <a:ext uri="{FF2B5EF4-FFF2-40B4-BE49-F238E27FC236}">
                <a16:creationId xmlns:a16="http://schemas.microsoft.com/office/drawing/2014/main" id="{49FBD260-5143-4B12-B9F8-33E48D548909}"/>
              </a:ext>
            </a:extLst>
          </p:cNvPr>
          <p:cNvCxnSpPr/>
          <p:nvPr/>
        </p:nvCxnSpPr>
        <p:spPr>
          <a:xfrm>
            <a:off x="9096375" y="1497012"/>
            <a:ext cx="3095625" cy="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Łącznik prosty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/>
          <p:nvPr/>
        </p:nvCxnSpPr>
        <p:spPr>
          <a:xfrm flipH="1">
            <a:off x="6953250" y="-25401"/>
            <a:ext cx="3790950" cy="6902451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Data — symbol zastępczy 6">
            <a:extLst>
              <a:ext uri="{FF2B5EF4-FFF2-40B4-BE49-F238E27FC236}">
                <a16:creationId xmlns:a16="http://schemas.microsoft.com/office/drawing/2014/main" id="{70146B66-4F07-44BE-8AAB-48EA5170DA8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0" name="Stopka — symbol zastępczy 7">
            <a:extLst>
              <a:ext uri="{FF2B5EF4-FFF2-40B4-BE49-F238E27FC236}">
                <a16:creationId xmlns:a16="http://schemas.microsoft.com/office/drawing/2014/main" id="{3A927BE5-2F4C-4EBD-9093-C4ED6E3025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224463" y="6356350"/>
            <a:ext cx="1743075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1" name="Numer slajdu — symbol zastępczy 8">
            <a:extLst>
              <a:ext uri="{FF2B5EF4-FFF2-40B4-BE49-F238E27FC236}">
                <a16:creationId xmlns:a16="http://schemas.microsoft.com/office/drawing/2014/main" id="{C4C1336B-CF5E-42FF-80E8-7D33A2D64E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293278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dział sekcji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991350" y="2571235"/>
            <a:ext cx="4179570" cy="1715531"/>
          </a:xfrm>
        </p:spPr>
        <p:txBody>
          <a:bodyPr rtlCol="0" anchor="ctr">
            <a:noAutofit/>
          </a:bodyPr>
          <a:lstStyle>
            <a:lvl1pPr algn="l">
              <a:defRPr sz="36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pic>
        <p:nvPicPr>
          <p:cNvPr id="5" name="Grafika 4">
            <a:extLst>
              <a:ext uri="{FF2B5EF4-FFF2-40B4-BE49-F238E27FC236}">
                <a16:creationId xmlns:a16="http://schemas.microsoft.com/office/drawing/2014/main" id="{F05D2CCB-CCFC-4A8A-ADA9-C1E4D13B968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828675"/>
            <a:ext cx="5876925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6688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y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fika 6">
            <a:extLst>
              <a:ext uri="{FF2B5EF4-FFF2-40B4-BE49-F238E27FC236}">
                <a16:creationId xmlns:a16="http://schemas.microsoft.com/office/drawing/2014/main" id="{AEE644D4-F9A4-4237-BD5C-4B97ABA933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5581650" cy="6858000"/>
          </a:xfrm>
          <a:prstGeom prst="rect">
            <a:avLst/>
          </a:prstGeom>
        </p:spPr>
      </p:pic>
      <p:sp>
        <p:nvSpPr>
          <p:cNvPr id="2" name="Tytuł 1">
            <a:extLst>
              <a:ext uri="{FF2B5EF4-FFF2-40B4-BE49-F238E27FC236}">
                <a16:creationId xmlns:a16="http://schemas.microsoft.com/office/drawing/2014/main" id="{C2FF67A8-55FA-435D-A18C-96D63D22B53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cxnSp>
        <p:nvCxnSpPr>
          <p:cNvPr id="9" name="Łącznik prosty 8">
            <a:extLst>
              <a:ext uri="{FF2B5EF4-FFF2-40B4-BE49-F238E27FC236}">
                <a16:creationId xmlns:a16="http://schemas.microsoft.com/office/drawing/2014/main" id="{BDAC7E4E-FE06-4E90-8107-6B543E5515ED}"/>
              </a:ext>
            </a:extLst>
          </p:cNvPr>
          <p:cNvCxnSpPr/>
          <p:nvPr/>
        </p:nvCxnSpPr>
        <p:spPr>
          <a:xfrm flipV="1">
            <a:off x="2209800" y="0"/>
            <a:ext cx="2438400" cy="6858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kst — symbol zastępczy 15">
            <a:extLst>
              <a:ext uri="{FF2B5EF4-FFF2-40B4-BE49-F238E27FC236}">
                <a16:creationId xmlns:a16="http://schemas.microsoft.com/office/drawing/2014/main" id="{3864668D-D640-4ABF-BB9A-D60176660F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2" name="Tekst — symbol zastępczy 18">
            <a:extLst>
              <a:ext uri="{FF2B5EF4-FFF2-40B4-BE49-F238E27FC236}">
                <a16:creationId xmlns:a16="http://schemas.microsoft.com/office/drawing/2014/main" id="{2E289D5A-B06B-43D4-A3CA-3B06C4D49FD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3" name="Tekst — symbol zastępczy 15">
            <a:extLst>
              <a:ext uri="{FF2B5EF4-FFF2-40B4-BE49-F238E27FC236}">
                <a16:creationId xmlns:a16="http://schemas.microsoft.com/office/drawing/2014/main" id="{1DCC2995-DE17-436D-82AE-6E107865CB79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4" name="Tekst — symbol zastępczy 18">
            <a:extLst>
              <a:ext uri="{FF2B5EF4-FFF2-40B4-BE49-F238E27FC236}">
                <a16:creationId xmlns:a16="http://schemas.microsoft.com/office/drawing/2014/main" id="{C7E70A65-1FB1-4F42-854B-8213ED73F792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5" name="Tekst — symbol zastępczy 15">
            <a:extLst>
              <a:ext uri="{FF2B5EF4-FFF2-40B4-BE49-F238E27FC236}">
                <a16:creationId xmlns:a16="http://schemas.microsoft.com/office/drawing/2014/main" id="{45657994-DC61-4DEB-BB2B-65DFCA997AF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16" name="Tekst — symbol zastępczy 18">
            <a:extLst>
              <a:ext uri="{FF2B5EF4-FFF2-40B4-BE49-F238E27FC236}">
                <a16:creationId xmlns:a16="http://schemas.microsoft.com/office/drawing/2014/main" id="{18397EE2-60CD-47FD-AF8F-83A5324D9D1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17" name="Data — symbol zastępczy 2">
            <a:extLst>
              <a:ext uri="{FF2B5EF4-FFF2-40B4-BE49-F238E27FC236}">
                <a16:creationId xmlns:a16="http://schemas.microsoft.com/office/drawing/2014/main" id="{1E25EFF1-65C7-4F93-8740-46885C6BEA57}"/>
              </a:ext>
            </a:extLst>
          </p:cNvPr>
          <p:cNvSpPr>
            <a:spLocks noGrp="1"/>
          </p:cNvSpPr>
          <p:nvPr>
            <p:ph type="dt" sz="half" idx="20"/>
          </p:nvPr>
        </p:nvSpPr>
        <p:spPr>
          <a:xfrm>
            <a:off x="5919680" y="6356350"/>
            <a:ext cx="947516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8" name="Stopka — symbol zastępczy 3">
            <a:extLst>
              <a:ext uri="{FF2B5EF4-FFF2-40B4-BE49-F238E27FC236}">
                <a16:creationId xmlns:a16="http://schemas.microsoft.com/office/drawing/2014/main" id="{C16D80BF-B599-4FC0-ABD5-98777872FE5F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>
          <a:xfrm>
            <a:off x="7161955" y="6356350"/>
            <a:ext cx="32439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9" name="Numer slajdu — symbol zastępczy 4">
            <a:extLst>
              <a:ext uri="{FF2B5EF4-FFF2-40B4-BE49-F238E27FC236}">
                <a16:creationId xmlns:a16="http://schemas.microsoft.com/office/drawing/2014/main" id="{F64421B1-FF90-4939-90BD-8206DE5036D0}"/>
              </a:ext>
            </a:extLst>
          </p:cNvPr>
          <p:cNvSpPr>
            <a:spLocks noGrp="1"/>
          </p:cNvSpPr>
          <p:nvPr>
            <p:ph type="sldNum" sz="quarter" idx="22"/>
          </p:nvPr>
        </p:nvSpPr>
        <p:spPr>
          <a:xfrm>
            <a:off x="10700656" y="6356350"/>
            <a:ext cx="653143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47987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zy elementy zawartości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243104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1243104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4647665" y="2776936"/>
            <a:ext cx="2896671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 WZORZEC TEKSTU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4647665" y="3834606"/>
            <a:ext cx="2896671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21" name="Tekst — symbol zastępczy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8066421" y="2776936"/>
            <a:ext cx="2882475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8066421" y="3834606"/>
            <a:ext cx="2882475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16" name="Łącznik prosty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3105150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Łącznik prosty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2238376" cy="24765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031895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ównanie rynkow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063855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A066E2EA-C6EA-4A02-818E-33BD582D92E7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547551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97B9C3B0-3522-407C-B662-631E19ECC95F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>
          <a:xfrm>
            <a:off x="8887174" y="3064615"/>
            <a:ext cx="1240971" cy="823912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4000" kern="1200" cap="all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129698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526261" y="4824188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2000" cap="all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7938210" y="4824188"/>
            <a:ext cx="3124093" cy="462927"/>
          </a:xfrm>
        </p:spPr>
        <p:txBody>
          <a:bodyPr rtlCol="0">
            <a:noAutofit/>
          </a:bodyPr>
          <a:lstStyle>
            <a:lvl1pPr marL="0" indent="0" algn="ctr">
              <a:lnSpc>
                <a:spcPct val="100000"/>
              </a:lnSpc>
              <a:buNone/>
              <a:defRPr sz="2000" cap="all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</a:t>
            </a:r>
          </a:p>
        </p:txBody>
      </p:sp>
      <p:pic>
        <p:nvPicPr>
          <p:cNvPr id="11" name="Grafika 10">
            <a:extLst>
              <a:ext uri="{FF2B5EF4-FFF2-40B4-BE49-F238E27FC236}">
                <a16:creationId xmlns:a16="http://schemas.microsoft.com/office/drawing/2014/main" id="{B38B0D13-BD5F-460B-B337-F4A9342026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65141" y="2358007"/>
            <a:ext cx="2438400" cy="2019300"/>
          </a:xfrm>
          <a:prstGeom prst="rect">
            <a:avLst/>
          </a:prstGeom>
        </p:spPr>
      </p:pic>
      <p:pic>
        <p:nvPicPr>
          <p:cNvPr id="13" name="Grafika 12">
            <a:extLst>
              <a:ext uri="{FF2B5EF4-FFF2-40B4-BE49-F238E27FC236}">
                <a16:creationId xmlns:a16="http://schemas.microsoft.com/office/drawing/2014/main" id="{BE72876B-D3DA-4462-9E24-3354D8D02A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00625" y="2531837"/>
            <a:ext cx="2190750" cy="1943100"/>
          </a:xfrm>
          <a:prstGeom prst="rect">
            <a:avLst/>
          </a:prstGeom>
        </p:spPr>
      </p:pic>
      <p:pic>
        <p:nvPicPr>
          <p:cNvPr id="15" name="Grafika 14">
            <a:extLst>
              <a:ext uri="{FF2B5EF4-FFF2-40B4-BE49-F238E27FC236}">
                <a16:creationId xmlns:a16="http://schemas.microsoft.com/office/drawing/2014/main" id="{14A539B6-6E3F-41BA-ACE2-76E8BB65163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345608" y="2421056"/>
            <a:ext cx="2324100" cy="2057400"/>
          </a:xfrm>
          <a:prstGeom prst="rect">
            <a:avLst/>
          </a:prstGeom>
        </p:spPr>
      </p:pic>
      <p:sp>
        <p:nvSpPr>
          <p:cNvPr id="25" name="Zawartość — symbol zastępczy 3">
            <a:extLst>
              <a:ext uri="{FF2B5EF4-FFF2-40B4-BE49-F238E27FC236}">
                <a16:creationId xmlns:a16="http://schemas.microsoft.com/office/drawing/2014/main" id="{82D8880F-3EAC-45C9-91F2-19A193791A18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1129698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6" name="Zawartość — symbol zastępczy 5">
            <a:extLst>
              <a:ext uri="{FF2B5EF4-FFF2-40B4-BE49-F238E27FC236}">
                <a16:creationId xmlns:a16="http://schemas.microsoft.com/office/drawing/2014/main" id="{9019518E-E850-403D-A5B5-4B53F8C4A56B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4526261" y="5280763"/>
            <a:ext cx="3139479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endParaRPr lang="pl-PL" noProof="0"/>
          </a:p>
        </p:txBody>
      </p:sp>
      <p:sp>
        <p:nvSpPr>
          <p:cNvPr id="27" name="Zawartość — symbol zastępczy 3">
            <a:extLst>
              <a:ext uri="{FF2B5EF4-FFF2-40B4-BE49-F238E27FC236}">
                <a16:creationId xmlns:a16="http://schemas.microsoft.com/office/drawing/2014/main" id="{A8058154-45E5-403E-B714-AC85774F391F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7938210" y="5280763"/>
            <a:ext cx="3124093" cy="462927"/>
          </a:xfrm>
        </p:spPr>
        <p:txBody>
          <a:bodyPr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none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bg1"/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4426193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Dwa elementy zawartości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933700" y="892177"/>
            <a:ext cx="8421688" cy="1325563"/>
          </a:xfrm>
        </p:spPr>
        <p:txBody>
          <a:bodyPr rtlCol="0">
            <a:normAutofit/>
          </a:bodyPr>
          <a:lstStyle>
            <a:lvl1pPr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2933700" y="2776936"/>
            <a:ext cx="3924300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 WZORZEC TEKSTU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2933700" y="3834606"/>
            <a:ext cx="3924300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7410173" y="2776936"/>
            <a:ext cx="3943627" cy="823912"/>
          </a:xfrm>
        </p:spPr>
        <p:txBody>
          <a:bodyPr rtlCol="0" anchor="b">
            <a:noAutofit/>
          </a:bodyPr>
          <a:lstStyle>
            <a:lvl1pPr marL="0" indent="0">
              <a:buNone/>
              <a:defRPr lang="en-US" sz="2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 WZORZEC TEKSTU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7410173" y="3834606"/>
            <a:ext cx="3943627" cy="1997867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pic>
        <p:nvPicPr>
          <p:cNvPr id="11" name="Grafika 10">
            <a:extLst>
              <a:ext uri="{FF2B5EF4-FFF2-40B4-BE49-F238E27FC236}">
                <a16:creationId xmlns:a16="http://schemas.microsoft.com/office/drawing/2014/main" id="{EE24E1DB-1F20-4C28-8069-D9219D1F8BBD}"/>
              </a:ext>
            </a:extLst>
          </p:cNvPr>
          <p:cNvPicPr>
            <a:picLocks noChangeAspect="1"/>
          </p:cNvPicPr>
          <p:nvPr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39434" t="20278" b="22673"/>
          <a:stretch/>
        </p:blipFill>
        <p:spPr>
          <a:xfrm>
            <a:off x="25785" y="0"/>
            <a:ext cx="4368030" cy="39123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17409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Kwadra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ytuł 1">
            <a:extLst>
              <a:ext uri="{FF2B5EF4-FFF2-40B4-BE49-F238E27FC236}">
                <a16:creationId xmlns:a16="http://schemas.microsoft.com/office/drawing/2014/main" id="{B495A4C6-232E-4A1A-B575-7EF7F414FDF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600" cy="1325563"/>
          </a:xfrm>
        </p:spPr>
        <p:txBody>
          <a:bodyPr rtlCol="0">
            <a:normAutofit/>
          </a:bodyPr>
          <a:lstStyle>
            <a:lvl1pPr algn="l"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5" name="Tekst — symbol zastępczy 14">
            <a:extLst>
              <a:ext uri="{FF2B5EF4-FFF2-40B4-BE49-F238E27FC236}">
                <a16:creationId xmlns:a16="http://schemas.microsoft.com/office/drawing/2014/main" id="{2B4C6F7E-40F0-42B1-AFE0-D3C95660E0D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242517" y="1599947"/>
            <a:ext cx="1706965" cy="492025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8" name="Tekst — symbol zastępczy 14">
            <a:extLst>
              <a:ext uri="{FF2B5EF4-FFF2-40B4-BE49-F238E27FC236}">
                <a16:creationId xmlns:a16="http://schemas.microsoft.com/office/drawing/2014/main" id="{42EE46E3-709F-4AE9-AECE-FD647B6DCFDE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738732" y="2378452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6" name="Tekst — symbol zastępczy 14">
            <a:extLst>
              <a:ext uri="{FF2B5EF4-FFF2-40B4-BE49-F238E27FC236}">
                <a16:creationId xmlns:a16="http://schemas.microsoft.com/office/drawing/2014/main" id="{3194FB4F-01AC-4A0E-BBE2-CF2B69F6FAC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7522269" y="2169263"/>
            <a:ext cx="1706965" cy="104857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b="1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3" name="Tekst — symbol zastępczy 14">
            <a:extLst>
              <a:ext uri="{FF2B5EF4-FFF2-40B4-BE49-F238E27FC236}">
                <a16:creationId xmlns:a16="http://schemas.microsoft.com/office/drawing/2014/main" id="{8E76F955-6B23-4972-8E86-603F19ECF6C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21894" y="3528829"/>
            <a:ext cx="1393863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7" name="Tekst — symbol zastępczy 14">
            <a:extLst>
              <a:ext uri="{FF2B5EF4-FFF2-40B4-BE49-F238E27FC236}">
                <a16:creationId xmlns:a16="http://schemas.microsoft.com/office/drawing/2014/main" id="{DDA77547-4FF4-4B15-96F1-DC9B00175B43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9940449" y="3528829"/>
            <a:ext cx="1380681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0" name="Tekst — symbol zastępczy 14">
            <a:extLst>
              <a:ext uri="{FF2B5EF4-FFF2-40B4-BE49-F238E27FC236}">
                <a16:creationId xmlns:a16="http://schemas.microsoft.com/office/drawing/2014/main" id="{6E6B6915-DFCC-44EB-9C61-6B7725D1B79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2637747" y="4634331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9" name="Tekst — symbol zastępczy 14">
            <a:extLst>
              <a:ext uri="{FF2B5EF4-FFF2-40B4-BE49-F238E27FC236}">
                <a16:creationId xmlns:a16="http://schemas.microsoft.com/office/drawing/2014/main" id="{6718CC56-7B04-41D0-A320-CCCDC20D761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175224" y="4459860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21" name="Tekst — symbol zastępczy 14">
            <a:extLst>
              <a:ext uri="{FF2B5EF4-FFF2-40B4-BE49-F238E27FC236}">
                <a16:creationId xmlns:a16="http://schemas.microsoft.com/office/drawing/2014/main" id="{778E1C09-B7DB-4CE7-A5B9-90BCF54448B8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6552714" y="4321788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sp>
        <p:nvSpPr>
          <p:cNvPr id="16" name="Tekst — symbol zastępczy 14">
            <a:extLst>
              <a:ext uri="{FF2B5EF4-FFF2-40B4-BE49-F238E27FC236}">
                <a16:creationId xmlns:a16="http://schemas.microsoft.com/office/drawing/2014/main" id="{7CFA026C-42CE-4C20-9DDE-417FDF6CB43D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242517" y="5468790"/>
            <a:ext cx="1706965" cy="492025"/>
          </a:xfrm>
          <a:prstGeom prst="rect">
            <a:avLst/>
          </a:prstGeom>
        </p:spPr>
        <p:txBody>
          <a:bodyPr rtlCol="0" anchor="ctr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cap="all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imię i nazwisko</a:t>
            </a:r>
          </a:p>
        </p:txBody>
      </p:sp>
      <p:sp>
        <p:nvSpPr>
          <p:cNvPr id="22" name="Tekst — symbol zastępczy 14">
            <a:extLst>
              <a:ext uri="{FF2B5EF4-FFF2-40B4-BE49-F238E27FC236}">
                <a16:creationId xmlns:a16="http://schemas.microsoft.com/office/drawing/2014/main" id="{0AFAA95F-1461-496C-BAB4-D5D0594554FF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7801857" y="5195673"/>
            <a:ext cx="1183179" cy="492025"/>
          </a:xfrm>
          <a:prstGeom prst="rect">
            <a:avLst/>
          </a:prstGeom>
        </p:spPr>
        <p:txBody>
          <a:bodyPr rtlCol="0" anchor="ctr">
            <a:noAutofit/>
          </a:bodyPr>
          <a:lstStyle>
            <a:lvl1pPr marL="0" indent="0" algn="ctr">
              <a:lnSpc>
                <a:spcPct val="100000"/>
              </a:lnSpc>
              <a:buNone/>
              <a:defRPr sz="1050" cap="none" spc="0" baseline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Kliknij, aby dodać nazwę</a:t>
            </a:r>
          </a:p>
        </p:txBody>
      </p:sp>
      <p:cxnSp>
        <p:nvCxnSpPr>
          <p:cNvPr id="24" name="Łącznik prosty 23">
            <a:extLst>
              <a:ext uri="{FF2B5EF4-FFF2-40B4-BE49-F238E27FC236}">
                <a16:creationId xmlns:a16="http://schemas.microsoft.com/office/drawing/2014/main" id="{DD194B4E-75F4-47BE-B171-9C64697AB9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  <a:endCxn id="17" idx="1"/>
          </p:cNvCxnSpPr>
          <p:nvPr userDrawn="1"/>
        </p:nvCxnSpPr>
        <p:spPr>
          <a:xfrm>
            <a:off x="2315757" y="3774842"/>
            <a:ext cx="7624692" cy="0"/>
          </a:xfrm>
          <a:prstGeom prst="line">
            <a:avLst/>
          </a:prstGeom>
          <a:ln w="444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Łącznik prosty 24">
            <a:extLst>
              <a:ext uri="{FF2B5EF4-FFF2-40B4-BE49-F238E27FC236}">
                <a16:creationId xmlns:a16="http://schemas.microsoft.com/office/drawing/2014/main" id="{FEFDA35F-76DF-4FDC-90C9-F9FEDF3227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 flipV="1">
            <a:off x="6096000" y="2091972"/>
            <a:ext cx="4678" cy="3376818"/>
          </a:xfrm>
          <a:prstGeom prst="line">
            <a:avLst/>
          </a:prstGeom>
          <a:ln w="444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Data — symbol zastępczy 2">
            <a:extLst>
              <a:ext uri="{FF2B5EF4-FFF2-40B4-BE49-F238E27FC236}">
                <a16:creationId xmlns:a16="http://schemas.microsoft.com/office/drawing/2014/main" id="{B8C04945-62C9-4964-8891-6D30EA90D21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32" name="Stopka — symbol zastępczy 3">
            <a:extLst>
              <a:ext uri="{FF2B5EF4-FFF2-40B4-BE49-F238E27FC236}">
                <a16:creationId xmlns:a16="http://schemas.microsoft.com/office/drawing/2014/main" id="{51029B8B-F669-4889-98DD-901661178D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33" name="Numer slajdu — symbol zastępczy 4">
            <a:extLst>
              <a:ext uri="{FF2B5EF4-FFF2-40B4-BE49-F238E27FC236}">
                <a16:creationId xmlns:a16="http://schemas.microsoft.com/office/drawing/2014/main" id="{7A0B84D6-438D-4B3B-B52C-6F5EC159B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0262508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awartoś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Grafika 13">
            <a:extLst>
              <a:ext uri="{FF2B5EF4-FFF2-40B4-BE49-F238E27FC236}">
                <a16:creationId xmlns:a16="http://schemas.microsoft.com/office/drawing/2014/main" id="{AE202E03-5C65-4305-B969-65220AD410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t="18301" r="41825" b="23071"/>
          <a:stretch/>
        </p:blipFill>
        <p:spPr>
          <a:xfrm flipH="1">
            <a:off x="0" y="0"/>
            <a:ext cx="5441888" cy="6858000"/>
          </a:xfrm>
          <a:custGeom>
            <a:avLst/>
            <a:gdLst>
              <a:gd name="connsiteX0" fmla="*/ 5441888 w 5441888"/>
              <a:gd name="connsiteY0" fmla="*/ 0 h 6858000"/>
              <a:gd name="connsiteX1" fmla="*/ 0 w 5441888"/>
              <a:gd name="connsiteY1" fmla="*/ 0 h 6858000"/>
              <a:gd name="connsiteX2" fmla="*/ 0 w 5441888"/>
              <a:gd name="connsiteY2" fmla="*/ 6858000 h 6858000"/>
              <a:gd name="connsiteX3" fmla="*/ 5441888 w 5441888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5441888" h="6858000">
                <a:moveTo>
                  <a:pt x="5441888" y="0"/>
                </a:moveTo>
                <a:lnTo>
                  <a:pt x="0" y="0"/>
                </a:lnTo>
                <a:lnTo>
                  <a:pt x="0" y="6858000"/>
                </a:lnTo>
                <a:lnTo>
                  <a:pt x="5441888" y="6858000"/>
                </a:lnTo>
                <a:close/>
              </a:path>
            </a:pathLst>
          </a:custGeom>
        </p:spPr>
      </p:pic>
      <p:sp>
        <p:nvSpPr>
          <p:cNvPr id="19" name="Tytuł 1">
            <a:extLst>
              <a:ext uri="{FF2B5EF4-FFF2-40B4-BE49-F238E27FC236}">
                <a16:creationId xmlns:a16="http://schemas.microsoft.com/office/drawing/2014/main" id="{1E1C8C6D-0530-475B-A7F7-0E00C33ACF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20169" y="1152771"/>
            <a:ext cx="5431971" cy="846301"/>
          </a:xfrm>
        </p:spPr>
        <p:txBody>
          <a:bodyPr rtlCol="0" anchor="t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20" name="Tekst — symbol zastępczy 15">
            <a:extLst>
              <a:ext uri="{FF2B5EF4-FFF2-40B4-BE49-F238E27FC236}">
                <a16:creationId xmlns:a16="http://schemas.microsoft.com/office/drawing/2014/main" id="{3D2778A3-7084-4333-8349-03B1FEB5FE7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22254" y="2469515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5" name="Tekst — symbol zastępczy 18">
            <a:extLst>
              <a:ext uri="{FF2B5EF4-FFF2-40B4-BE49-F238E27FC236}">
                <a16:creationId xmlns:a16="http://schemas.microsoft.com/office/drawing/2014/main" id="{70ED2545-F96B-400C-B6F4-F1D2D83B7243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921828" y="2798940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6" name="Tekst — symbol zastępczy 15">
            <a:extLst>
              <a:ext uri="{FF2B5EF4-FFF2-40B4-BE49-F238E27FC236}">
                <a16:creationId xmlns:a16="http://schemas.microsoft.com/office/drawing/2014/main" id="{4A2FECA2-3808-47DC-84EB-CD3395C2052D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5922254" y="3569311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7" name="Tekst — symbol zastępczy 18">
            <a:extLst>
              <a:ext uri="{FF2B5EF4-FFF2-40B4-BE49-F238E27FC236}">
                <a16:creationId xmlns:a16="http://schemas.microsoft.com/office/drawing/2014/main" id="{24393B9A-03C4-45C1-8172-F8B354458A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5921828" y="3898736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8" name="Tekst — symbol zastępczy 15">
            <a:extLst>
              <a:ext uri="{FF2B5EF4-FFF2-40B4-BE49-F238E27FC236}">
                <a16:creationId xmlns:a16="http://schemas.microsoft.com/office/drawing/2014/main" id="{18EC24A5-B4A5-4BAB-AE40-30EB69D6EF7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5922254" y="4669107"/>
            <a:ext cx="5433204" cy="365125"/>
          </a:xfrm>
        </p:spPr>
        <p:txBody>
          <a:bodyPr rtlCol="0">
            <a:normAutofit/>
          </a:bodyPr>
          <a:lstStyle>
            <a:lvl1pPr marL="0" indent="0">
              <a:buNone/>
              <a:defRPr lang="en-US" sz="20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lvl="0" rtl="0"/>
            <a:r>
              <a:rPr lang="pl-PL" noProof="0"/>
              <a:t>KLIKNIJ, ABY DODAĆ PODTYTUŁ</a:t>
            </a:r>
          </a:p>
        </p:txBody>
      </p:sp>
      <p:sp>
        <p:nvSpPr>
          <p:cNvPr id="29" name="Tekst — symbol zastępczy 18">
            <a:extLst>
              <a:ext uri="{FF2B5EF4-FFF2-40B4-BE49-F238E27FC236}">
                <a16:creationId xmlns:a16="http://schemas.microsoft.com/office/drawing/2014/main" id="{726F36C0-4E6A-4A10-960D-11D78D04447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921828" y="4998532"/>
            <a:ext cx="5431971" cy="557950"/>
          </a:xfrm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Font typeface="Arial" panose="020B0604020202020204" pitchFamily="34" charset="0"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Kliknij, aby dodać tekst</a:t>
            </a:r>
          </a:p>
        </p:txBody>
      </p:sp>
      <p:sp>
        <p:nvSpPr>
          <p:cNvPr id="21" name="Data — symbol zastępczy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22" name="Stopka — symbol zastępczy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24" name="Numer slajdu — symbol zastępczy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3769334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ś czasu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rostokąt 3">
            <a:extLst>
              <a:ext uri="{FF2B5EF4-FFF2-40B4-BE49-F238E27FC236}">
                <a16:creationId xmlns:a16="http://schemas.microsoft.com/office/drawing/2014/main" id="{7D46070C-E825-43D0-99F4-8B4614131131}"/>
              </a:ext>
            </a:extLst>
          </p:cNvPr>
          <p:cNvSpPr/>
          <p:nvPr userDrawn="1"/>
        </p:nvSpPr>
        <p:spPr>
          <a:xfrm>
            <a:off x="0" y="3057683"/>
            <a:ext cx="12191998" cy="201019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A1F8C642-49FB-4E16-A3A0-B2ACBEABFFD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l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6" name="Tekst — symbol zastępczy 10">
            <a:extLst>
              <a:ext uri="{FF2B5EF4-FFF2-40B4-BE49-F238E27FC236}">
                <a16:creationId xmlns:a16="http://schemas.microsoft.com/office/drawing/2014/main" id="{E4E92FC5-6FC2-45C2-9200-3244F9EA69A0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914399" y="3354712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Rok</a:t>
            </a:r>
          </a:p>
        </p:txBody>
      </p:sp>
      <p:sp>
        <p:nvSpPr>
          <p:cNvPr id="7" name="Tekst — symbol zastępczy 10">
            <a:extLst>
              <a:ext uri="{FF2B5EF4-FFF2-40B4-BE49-F238E27FC236}">
                <a16:creationId xmlns:a16="http://schemas.microsoft.com/office/drawing/2014/main" id="{4D75C136-D6C3-4431-8776-997070627AAB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19659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8" name="Tekst — symbol zastępczy 10">
            <a:extLst>
              <a:ext uri="{FF2B5EF4-FFF2-40B4-BE49-F238E27FC236}">
                <a16:creationId xmlns:a16="http://schemas.microsoft.com/office/drawing/2014/main" id="{FD15D323-BFE3-4ACE-9A2E-C9EB69458B1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27538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9" name="Tekst — symbol zastępczy 10">
            <a:extLst>
              <a:ext uri="{FF2B5EF4-FFF2-40B4-BE49-F238E27FC236}">
                <a16:creationId xmlns:a16="http://schemas.microsoft.com/office/drawing/2014/main" id="{3B520767-B49F-4503-8120-B66E411F33E4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35418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0" name="Tekst — symbol zastępczy 10">
            <a:extLst>
              <a:ext uri="{FF2B5EF4-FFF2-40B4-BE49-F238E27FC236}">
                <a16:creationId xmlns:a16="http://schemas.microsoft.com/office/drawing/2014/main" id="{30C2F5A0-E03E-4C89-B9EB-8D48889F5F91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43297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1" name="Tekst — symbol zastępczy 10">
            <a:extLst>
              <a:ext uri="{FF2B5EF4-FFF2-40B4-BE49-F238E27FC236}">
                <a16:creationId xmlns:a16="http://schemas.microsoft.com/office/drawing/2014/main" id="{AB3645A3-D681-45BF-B195-452D000802C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914400" y="4292468"/>
            <a:ext cx="731520" cy="457200"/>
          </a:xfrm>
        </p:spPr>
        <p:txBody>
          <a:bodyPr rtlCol="0" anchor="ctr"/>
          <a:lstStyle>
            <a:lvl1pPr marL="0" indent="0" algn="l">
              <a:buNone/>
              <a:defRPr sz="1400" b="1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pPr lvl="0" rtl="0"/>
            <a:r>
              <a:rPr lang="pl-PL" noProof="0"/>
              <a:t>Rok</a:t>
            </a:r>
          </a:p>
        </p:txBody>
      </p:sp>
      <p:sp>
        <p:nvSpPr>
          <p:cNvPr id="12" name="Tekst — symbol zastępczy 10">
            <a:extLst>
              <a:ext uri="{FF2B5EF4-FFF2-40B4-BE49-F238E27FC236}">
                <a16:creationId xmlns:a16="http://schemas.microsoft.com/office/drawing/2014/main" id="{59D3CBFE-13C8-4DB1-A831-9393264923E7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51176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3" name="Tekst — symbol zastępczy 10">
            <a:extLst>
              <a:ext uri="{FF2B5EF4-FFF2-40B4-BE49-F238E27FC236}">
                <a16:creationId xmlns:a16="http://schemas.microsoft.com/office/drawing/2014/main" id="{82385A0A-C61D-4BBD-AC77-D7642F895E22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59055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4" name="Tekst — symbol zastępczy 10">
            <a:extLst>
              <a:ext uri="{FF2B5EF4-FFF2-40B4-BE49-F238E27FC236}">
                <a16:creationId xmlns:a16="http://schemas.microsoft.com/office/drawing/2014/main" id="{FED89FCE-7507-4C8C-923F-922290589466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669348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5" name="Tekst — symbol zastępczy 10">
            <a:extLst>
              <a:ext uri="{FF2B5EF4-FFF2-40B4-BE49-F238E27FC236}">
                <a16:creationId xmlns:a16="http://schemas.microsoft.com/office/drawing/2014/main" id="{F2F73935-BF53-4510-8B8F-EDB1CD56A1BB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905724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6" name="Tekst — symbol zastępczy 10">
            <a:extLst>
              <a:ext uri="{FF2B5EF4-FFF2-40B4-BE49-F238E27FC236}">
                <a16:creationId xmlns:a16="http://schemas.microsoft.com/office/drawing/2014/main" id="{2A9276DB-F427-4F8E-8E4C-466600F390FD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48140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7" name="Tekst — symbol zastępczy 10">
            <a:extLst>
              <a:ext uri="{FF2B5EF4-FFF2-40B4-BE49-F238E27FC236}">
                <a16:creationId xmlns:a16="http://schemas.microsoft.com/office/drawing/2014/main" id="{79023948-0C1E-4DAB-B885-1C713409AA08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826932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8" name="Tekst — symbol zastępczy 10">
            <a:extLst>
              <a:ext uri="{FF2B5EF4-FFF2-40B4-BE49-F238E27FC236}">
                <a16:creationId xmlns:a16="http://schemas.microsoft.com/office/drawing/2014/main" id="{4AB6A03C-6180-41ED-A88D-ECBB80D160F2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9845160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19" name="Tekst — symbol zastępczy 10">
            <a:extLst>
              <a:ext uri="{FF2B5EF4-FFF2-40B4-BE49-F238E27FC236}">
                <a16:creationId xmlns:a16="http://schemas.microsoft.com/office/drawing/2014/main" id="{145AD645-55F0-41A9-AC53-ED30BF1340BA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10633085" y="3502152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0" name="Tekst — symbol zastępczy 10">
            <a:extLst>
              <a:ext uri="{FF2B5EF4-FFF2-40B4-BE49-F238E27FC236}">
                <a16:creationId xmlns:a16="http://schemas.microsoft.com/office/drawing/2014/main" id="{C39F248D-01B4-40EE-B483-E8E81806DFBE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196991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1" name="Tekst — symbol zastępczy 10">
            <a:extLst>
              <a:ext uri="{FF2B5EF4-FFF2-40B4-BE49-F238E27FC236}">
                <a16:creationId xmlns:a16="http://schemas.microsoft.com/office/drawing/2014/main" id="{1D0F1859-7A34-42DF-873E-2CF864E4C4BE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275760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2" name="Tekst — symbol zastępczy 10">
            <a:extLst>
              <a:ext uri="{FF2B5EF4-FFF2-40B4-BE49-F238E27FC236}">
                <a16:creationId xmlns:a16="http://schemas.microsoft.com/office/drawing/2014/main" id="{6EB397AF-B5C1-40FE-86D4-BA660E4C6E46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3545289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3" name="Tekst — symbol zastępczy 10">
            <a:extLst>
              <a:ext uri="{FF2B5EF4-FFF2-40B4-BE49-F238E27FC236}">
                <a16:creationId xmlns:a16="http://schemas.microsoft.com/office/drawing/2014/main" id="{AF1343D5-DC0F-4C7E-967F-CFC300A2C80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4332976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4" name="Tekst — symbol zastępczy 10">
            <a:extLst>
              <a:ext uri="{FF2B5EF4-FFF2-40B4-BE49-F238E27FC236}">
                <a16:creationId xmlns:a16="http://schemas.microsoft.com/office/drawing/2014/main" id="{9AD688A5-D2DF-4FC3-8171-FAEA8C4F5566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5120663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5" name="Tekst — symbol zastępczy 10">
            <a:extLst>
              <a:ext uri="{FF2B5EF4-FFF2-40B4-BE49-F238E27FC236}">
                <a16:creationId xmlns:a16="http://schemas.microsoft.com/office/drawing/2014/main" id="{EA05A5D4-01B0-4932-B03E-571986E282EA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5908350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6" name="Tekst — symbol zastępczy 10">
            <a:extLst>
              <a:ext uri="{FF2B5EF4-FFF2-40B4-BE49-F238E27FC236}">
                <a16:creationId xmlns:a16="http://schemas.microsoft.com/office/drawing/2014/main" id="{72A84601-CD4F-49ED-8D51-CEF032363058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696037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7" name="Tekst — symbol zastępczy 10">
            <a:extLst>
              <a:ext uri="{FF2B5EF4-FFF2-40B4-BE49-F238E27FC236}">
                <a16:creationId xmlns:a16="http://schemas.microsoft.com/office/drawing/2014/main" id="{C49FB196-753D-4A12-9460-57D8AB4B540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9059098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8" name="Tekst — symbol zastępczy 10">
            <a:extLst>
              <a:ext uri="{FF2B5EF4-FFF2-40B4-BE49-F238E27FC236}">
                <a16:creationId xmlns:a16="http://schemas.microsoft.com/office/drawing/2014/main" id="{DFC05EC7-9D6C-486B-9E2F-D3612013C0A1}"/>
              </a:ext>
            </a:extLst>
          </p:cNvPr>
          <p:cNvSpPr>
            <a:spLocks noGrp="1"/>
          </p:cNvSpPr>
          <p:nvPr>
            <p:ph type="body" sz="quarter" idx="55" hasCustomPrompt="1"/>
          </p:nvPr>
        </p:nvSpPr>
        <p:spPr>
          <a:xfrm>
            <a:off x="7483724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29" name="Tekst — symbol zastępczy 10">
            <a:extLst>
              <a:ext uri="{FF2B5EF4-FFF2-40B4-BE49-F238E27FC236}">
                <a16:creationId xmlns:a16="http://schemas.microsoft.com/office/drawing/2014/main" id="{98F455FB-241B-4E1F-B581-FA6CBA239545}"/>
              </a:ext>
            </a:extLst>
          </p:cNvPr>
          <p:cNvSpPr>
            <a:spLocks noGrp="1"/>
          </p:cNvSpPr>
          <p:nvPr>
            <p:ph type="body" sz="quarter" idx="56" hasCustomPrompt="1"/>
          </p:nvPr>
        </p:nvSpPr>
        <p:spPr>
          <a:xfrm>
            <a:off x="8271411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0" name="Tekst — symbol zastępczy 10">
            <a:extLst>
              <a:ext uri="{FF2B5EF4-FFF2-40B4-BE49-F238E27FC236}">
                <a16:creationId xmlns:a16="http://schemas.microsoft.com/office/drawing/2014/main" id="{9E38664A-8108-4E24-800B-3C32ADA43978}"/>
              </a:ext>
            </a:extLst>
          </p:cNvPr>
          <p:cNvSpPr>
            <a:spLocks noGrp="1"/>
          </p:cNvSpPr>
          <p:nvPr>
            <p:ph type="body" sz="quarter" idx="57" hasCustomPrompt="1"/>
          </p:nvPr>
        </p:nvSpPr>
        <p:spPr>
          <a:xfrm>
            <a:off x="9846785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1" name="Tekst — symbol zastępczy 10">
            <a:extLst>
              <a:ext uri="{FF2B5EF4-FFF2-40B4-BE49-F238E27FC236}">
                <a16:creationId xmlns:a16="http://schemas.microsoft.com/office/drawing/2014/main" id="{2908458B-A3ED-4855-9E08-108D7C4A8D36}"/>
              </a:ext>
            </a:extLst>
          </p:cNvPr>
          <p:cNvSpPr>
            <a:spLocks noGrp="1"/>
          </p:cNvSpPr>
          <p:nvPr>
            <p:ph type="body" sz="quarter" idx="58" hasCustomPrompt="1"/>
          </p:nvPr>
        </p:nvSpPr>
        <p:spPr>
          <a:xfrm>
            <a:off x="10634472" y="4425696"/>
            <a:ext cx="640080" cy="201776"/>
          </a:xfrm>
        </p:spPr>
        <p:txBody>
          <a:bodyPr rtlCol="0">
            <a:noAutofit/>
          </a:bodyPr>
          <a:lstStyle>
            <a:lvl1pPr marL="0" indent="0" algn="ctr">
              <a:buNone/>
              <a:defRPr sz="1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 rtl="0"/>
            <a:r>
              <a:rPr lang="pl-PL" noProof="0"/>
              <a:t>MM</a:t>
            </a:r>
          </a:p>
        </p:txBody>
      </p:sp>
      <p:sp>
        <p:nvSpPr>
          <p:cNvPr id="32" name="Prostokąt 31">
            <a:extLst>
              <a:ext uri="{FF2B5EF4-FFF2-40B4-BE49-F238E27FC236}">
                <a16:creationId xmlns:a16="http://schemas.microsoft.com/office/drawing/2014/main" id="{FFA35437-CCDE-4D92-B879-F23B329C8EC3}"/>
              </a:ext>
            </a:extLst>
          </p:cNvPr>
          <p:cNvSpPr/>
          <p:nvPr userDrawn="1"/>
        </p:nvSpPr>
        <p:spPr>
          <a:xfrm>
            <a:off x="929640" y="4034785"/>
            <a:ext cx="10332720" cy="45719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pl-PL" noProof="0">
              <a:solidFill>
                <a:schemeClr val="tx1">
                  <a:lumMod val="75000"/>
                  <a:lumOff val="25000"/>
                </a:schemeClr>
              </a:solidFill>
              <a:latin typeface="Calibri" panose="020F0502020204030204" pitchFamily="34" charset="0"/>
            </a:endParaRPr>
          </a:p>
        </p:txBody>
      </p:sp>
      <p:sp>
        <p:nvSpPr>
          <p:cNvPr id="36" name="Data — symbol zastępczy 2">
            <a:extLst>
              <a:ext uri="{FF2B5EF4-FFF2-40B4-BE49-F238E27FC236}">
                <a16:creationId xmlns:a16="http://schemas.microsoft.com/office/drawing/2014/main" id="{1CDC588F-73BC-4108-974B-0EAAB8213CE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37" name="Stopka — symbol zastępczy 3">
            <a:extLst>
              <a:ext uri="{FF2B5EF4-FFF2-40B4-BE49-F238E27FC236}">
                <a16:creationId xmlns:a16="http://schemas.microsoft.com/office/drawing/2014/main" id="{B2AC1EB2-9B8F-4077-8B66-64F9549F2C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38" name="Numer slajdu — symbol zastępczy 4">
            <a:extLst>
              <a:ext uri="{FF2B5EF4-FFF2-40B4-BE49-F238E27FC236}">
                <a16:creationId xmlns:a16="http://schemas.microsoft.com/office/drawing/2014/main" id="{28DE3E33-346A-45AF-B164-CB5DF04FAE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05632346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martAr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rafika SmartArt 6 — symbol zastępczy">
            <a:extLst>
              <a:ext uri="{FF2B5EF4-FFF2-40B4-BE49-F238E27FC236}">
                <a16:creationId xmlns:a16="http://schemas.microsoft.com/office/drawing/2014/main" id="{156CA116-0F6E-4EE9-B34F-03BA07161A7A}"/>
              </a:ext>
            </a:extLst>
          </p:cNvPr>
          <p:cNvSpPr>
            <a:spLocks noGrp="1"/>
          </p:cNvSpPr>
          <p:nvPr>
            <p:ph type="dgm" sz="quarter" idx="15"/>
          </p:nvPr>
        </p:nvSpPr>
        <p:spPr>
          <a:xfrm>
            <a:off x="838200" y="2136776"/>
            <a:ext cx="10515600" cy="3697645"/>
          </a:xfrm>
        </p:spPr>
        <p:txBody>
          <a:bodyPr rtlCol="0"/>
          <a:lstStyle>
            <a:lvl1pPr>
              <a:defRPr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grafikę SmartArt</a:t>
            </a:r>
          </a:p>
        </p:txBody>
      </p:sp>
      <p:sp>
        <p:nvSpPr>
          <p:cNvPr id="2" name="Tytuł 1">
            <a:extLst>
              <a:ext uri="{FF2B5EF4-FFF2-40B4-BE49-F238E27FC236}">
                <a16:creationId xmlns:a16="http://schemas.microsoft.com/office/drawing/2014/main" id="{EE5C4E19-B78B-4E39-B661-7E6A2E6C500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Data — symbol zastępczy 2">
            <a:extLst>
              <a:ext uri="{FF2B5EF4-FFF2-40B4-BE49-F238E27FC236}">
                <a16:creationId xmlns:a16="http://schemas.microsoft.com/office/drawing/2014/main" id="{7E085D26-FA83-4414-959E-98936A77267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4" name="Stopka — symbol zastępczy 3">
            <a:extLst>
              <a:ext uri="{FF2B5EF4-FFF2-40B4-BE49-F238E27FC236}">
                <a16:creationId xmlns:a16="http://schemas.microsoft.com/office/drawing/2014/main" id="{1FB52E93-DE4C-4341-8D83-F0230E38B1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cxnSp>
        <p:nvCxnSpPr>
          <p:cNvPr id="10" name="Łącznik prosty 9">
            <a:extLst>
              <a:ext uri="{FF2B5EF4-FFF2-40B4-BE49-F238E27FC236}">
                <a16:creationId xmlns:a16="http://schemas.microsoft.com/office/drawing/2014/main" id="{66988B2D-0240-4256-8268-4B9FF1E72363}"/>
              </a:ext>
            </a:extLst>
          </p:cNvPr>
          <p:cNvCxnSpPr>
            <a:cxnSpLocks/>
          </p:cNvCxnSpPr>
          <p:nvPr/>
        </p:nvCxnSpPr>
        <p:spPr>
          <a:xfrm flipV="1">
            <a:off x="0" y="0"/>
            <a:ext cx="2590800" cy="762000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Łącznik prosty 11">
            <a:extLst>
              <a:ext uri="{FF2B5EF4-FFF2-40B4-BE49-F238E27FC236}">
                <a16:creationId xmlns:a16="http://schemas.microsoft.com/office/drawing/2014/main" id="{D8EEAAE1-3D04-41C3-B2D2-B3BEF34C3B27}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704850" cy="1027906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Numer slajdu — symbol zastępczy 4">
            <a:extLst>
              <a:ext uri="{FF2B5EF4-FFF2-40B4-BE49-F238E27FC236}">
                <a16:creationId xmlns:a16="http://schemas.microsoft.com/office/drawing/2014/main" id="{AC467230-4A0F-4B18-8BA9-C3B2FDD59C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35431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ajd zespołu — 4 osoby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Obraz — symbol zastępczy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487181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7" name="Obraz — symbol zastępczy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6914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8" name="Obraz — symbol zastępczy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32757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>
              <a:buNone/>
              <a:defRPr sz="1400"/>
            </a:lvl1pPr>
            <a:lvl2pPr marL="45720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19" name="Obraz — symbol zastępczy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8747458" y="2886074"/>
            <a:ext cx="1845511" cy="1845511"/>
          </a:xfrm>
          <a:solidFill>
            <a:schemeClr val="bg1">
              <a:lumMod val="95000"/>
            </a:schemeClr>
          </a:solidFill>
        </p:spPr>
        <p:txBody>
          <a:bodyPr rtlCol="0">
            <a:normAutofit/>
          </a:bodyPr>
          <a:lstStyle>
            <a:lvl1pPr marL="0" indent="0" algn="l">
              <a:lnSpc>
                <a:spcPct val="100000"/>
              </a:lnSpc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343248" y="5084524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692980" y="5099206"/>
            <a:ext cx="2135755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183644" y="5099206"/>
            <a:ext cx="2123743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5" name="Tekst — symbol zastępczy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603525" y="5084524"/>
            <a:ext cx="2123742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6" name="Tekst — symbol zastępczy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487181" y="5464114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7" name="Tekst — symbol zastępczy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836913" y="5478796"/>
            <a:ext cx="1855949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8" name="Tekst — symbol zastępczy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327577" y="5478796"/>
            <a:ext cx="1845511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9" name="Tekst — symbol zastępczy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747458" y="5464114"/>
            <a:ext cx="184551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cxnSp>
        <p:nvCxnSpPr>
          <p:cNvPr id="10" name="Łącznik prosty 9">
            <a:extLst>
              <a:ext uri="{FF2B5EF4-FFF2-40B4-BE49-F238E27FC236}">
                <a16:creationId xmlns:a16="http://schemas.microsoft.com/office/drawing/2014/main" id="{4E4B72DA-52CB-4D39-A342-8857B4D959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/>
        </p:nvCxnSpPr>
        <p:spPr>
          <a:xfrm flipH="1" flipV="1">
            <a:off x="7334250" y="0"/>
            <a:ext cx="4857750" cy="762000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Łącznik prosty 14">
            <a:extLst>
              <a:ext uri="{FF2B5EF4-FFF2-40B4-BE49-F238E27FC236}">
                <a16:creationId xmlns:a16="http://schemas.microsoft.com/office/drawing/2014/main" id="{21D9BCDA-DFB7-41A4-A7C7-CEE86CEDCB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11487150" y="0"/>
            <a:ext cx="704850" cy="1724025"/>
          </a:xfrm>
          <a:prstGeom prst="line">
            <a:avLst/>
          </a:prstGeom>
          <a:ln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237283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2" pos="936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ajd zespołu — 8 osób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Obraz — symbol zastępczy 10">
            <a:extLst>
              <a:ext uri="{FF2B5EF4-FFF2-40B4-BE49-F238E27FC236}">
                <a16:creationId xmlns:a16="http://schemas.microsoft.com/office/drawing/2014/main" id="{B0BDE76A-30A6-4268-9656-28A484C3DCC9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877176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7" name="Obraz — symbol zastępczy 10">
            <a:extLst>
              <a:ext uri="{FF2B5EF4-FFF2-40B4-BE49-F238E27FC236}">
                <a16:creationId xmlns:a16="http://schemas.microsoft.com/office/drawing/2014/main" id="{C4CA5C9C-91D5-44B1-A82A-A49732B4691A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226270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18" name="Obraz — symbol zastępczy 10">
            <a:extLst>
              <a:ext uri="{FF2B5EF4-FFF2-40B4-BE49-F238E27FC236}">
                <a16:creationId xmlns:a16="http://schemas.microsoft.com/office/drawing/2014/main" id="{4EBC7D6F-397D-4C5A-AA62-F683F88531A2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716934" y="2428875"/>
            <a:ext cx="1066800" cy="1066800"/>
          </a:xfrm>
          <a:solidFill>
            <a:schemeClr val="tx1"/>
          </a:solidFill>
        </p:spPr>
        <p:txBody>
          <a:bodyPr rtlCol="0">
            <a:noAutofit/>
          </a:bodyPr>
          <a:lstStyle>
            <a:lvl1pPr marL="0" indent="0" algn="l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19" name="Obraz — symbol zastępczy 10">
            <a:extLst>
              <a:ext uri="{FF2B5EF4-FFF2-40B4-BE49-F238E27FC236}">
                <a16:creationId xmlns:a16="http://schemas.microsoft.com/office/drawing/2014/main" id="{92E6B581-A522-4758-A9A4-8B9C7B860CF2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136814" y="2428875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1500168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6" name="Tekst — symbol zastępczy 2">
            <a:extLst>
              <a:ext uri="{FF2B5EF4-FFF2-40B4-BE49-F238E27FC236}">
                <a16:creationId xmlns:a16="http://schemas.microsoft.com/office/drawing/2014/main" id="{A02C0876-23F7-41FA-9AC9-721097D1A3CD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>
          <a:xfrm>
            <a:off x="1390120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572D0301-10F1-41B4-BEF8-C53FA4D66214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>
          <a:xfrm>
            <a:off x="3849262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7" name="Tekst — symbol zastępczy 2">
            <a:extLst>
              <a:ext uri="{FF2B5EF4-FFF2-40B4-BE49-F238E27FC236}">
                <a16:creationId xmlns:a16="http://schemas.microsoft.com/office/drawing/2014/main" id="{7ADEB263-F204-4A78-A5E0-7361EFE0B92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>
          <a:xfrm>
            <a:off x="3739214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4" name="Tekst — symbol zastępczy 2">
            <a:extLst>
              <a:ext uri="{FF2B5EF4-FFF2-40B4-BE49-F238E27FC236}">
                <a16:creationId xmlns:a16="http://schemas.microsoft.com/office/drawing/2014/main" id="{E767B9DE-7410-43CC-90CF-52D67EF03D4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339926" y="3669060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8" name="Tekst — symbol zastępczy 2">
            <a:extLst>
              <a:ext uri="{FF2B5EF4-FFF2-40B4-BE49-F238E27FC236}">
                <a16:creationId xmlns:a16="http://schemas.microsoft.com/office/drawing/2014/main" id="{103678F5-B025-46E2-BD45-E77861487165}"/>
              </a:ext>
            </a:extLst>
          </p:cNvPr>
          <p:cNvSpPr>
            <a:spLocks noGrp="1"/>
          </p:cNvSpPr>
          <p:nvPr>
            <p:ph type="body" idx="23" hasCustomPrompt="1"/>
          </p:nvPr>
        </p:nvSpPr>
        <p:spPr>
          <a:xfrm>
            <a:off x="6217963" y="3796721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5" name="Tekst — symbol zastępczy 2">
            <a:extLst>
              <a:ext uri="{FF2B5EF4-FFF2-40B4-BE49-F238E27FC236}">
                <a16:creationId xmlns:a16="http://schemas.microsoft.com/office/drawing/2014/main" id="{E13DFE1F-4534-4828-990E-B052F51FC65C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8759806" y="3654378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9" name="Tekst — symbol zastępczy 2">
            <a:extLst>
              <a:ext uri="{FF2B5EF4-FFF2-40B4-BE49-F238E27FC236}">
                <a16:creationId xmlns:a16="http://schemas.microsoft.com/office/drawing/2014/main" id="{7E3F385B-4DD9-4F3C-A02B-179B9FA61292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>
          <a:xfrm>
            <a:off x="8634432" y="3782039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55" name="Obraz — symbol zastępczy 10">
            <a:extLst>
              <a:ext uri="{FF2B5EF4-FFF2-40B4-BE49-F238E27FC236}">
                <a16:creationId xmlns:a16="http://schemas.microsoft.com/office/drawing/2014/main" id="{1EBAEB1D-A7F9-4F90-B642-4277D3802BAB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877176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6" name="Obraz — symbol zastępczy 10">
            <a:extLst>
              <a:ext uri="{FF2B5EF4-FFF2-40B4-BE49-F238E27FC236}">
                <a16:creationId xmlns:a16="http://schemas.microsoft.com/office/drawing/2014/main" id="{9461A69E-14C8-4325-89AF-D4257C1C05BA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4226270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7" name="Obraz — symbol zastępczy 10">
            <a:extLst>
              <a:ext uri="{FF2B5EF4-FFF2-40B4-BE49-F238E27FC236}">
                <a16:creationId xmlns:a16="http://schemas.microsoft.com/office/drawing/2014/main" id="{0FB38616-82FB-4DAD-A82E-3777ACB41148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671693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2pPr>
          </a:lstStyle>
          <a:p>
            <a:pPr lvl="0" rtl="0"/>
            <a:r>
              <a:rPr lang="pl-PL" noProof="0"/>
              <a:t>Kliknij ikonę, aby dodać obraz</a:t>
            </a:r>
          </a:p>
        </p:txBody>
      </p:sp>
      <p:sp>
        <p:nvSpPr>
          <p:cNvPr id="58" name="Obraz — symbol zastępczy 10">
            <a:extLst>
              <a:ext uri="{FF2B5EF4-FFF2-40B4-BE49-F238E27FC236}">
                <a16:creationId xmlns:a16="http://schemas.microsoft.com/office/drawing/2014/main" id="{622ED9F4-EB9B-4588-8501-BFECB846EE73}"/>
              </a:ext>
            </a:extLst>
          </p:cNvPr>
          <p:cNvSpPr>
            <a:spLocks noGrp="1"/>
          </p:cNvSpPr>
          <p:nvPr>
            <p:ph type="pic" sz="quarter" idx="29"/>
          </p:nvPr>
        </p:nvSpPr>
        <p:spPr>
          <a:xfrm>
            <a:off x="9136814" y="4287711"/>
            <a:ext cx="1066800" cy="1066800"/>
          </a:xfrm>
          <a:solidFill>
            <a:schemeClr val="tx1"/>
          </a:solidFill>
        </p:spPr>
        <p:txBody>
          <a:bodyPr rtlCol="0">
            <a:normAutofit/>
          </a:bodyPr>
          <a:lstStyle>
            <a:lvl1pPr marL="0" indent="0">
              <a:lnSpc>
                <a:spcPct val="100000"/>
              </a:lnSpc>
              <a:buNone/>
              <a:defRPr sz="900">
                <a:solidFill>
                  <a:schemeClr val="bg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 ikonę, aby dodać obraz</a:t>
            </a:r>
          </a:p>
        </p:txBody>
      </p:sp>
      <p:sp>
        <p:nvSpPr>
          <p:cNvPr id="54" name="Tekst — symbol zastępczy 2">
            <a:extLst>
              <a:ext uri="{FF2B5EF4-FFF2-40B4-BE49-F238E27FC236}">
                <a16:creationId xmlns:a16="http://schemas.microsoft.com/office/drawing/2014/main" id="{22930C5B-603C-494E-A467-8B394D01D406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>
          <a:xfrm>
            <a:off x="1500168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2" name="Tekst — symbol zastępczy 2">
            <a:extLst>
              <a:ext uri="{FF2B5EF4-FFF2-40B4-BE49-F238E27FC236}">
                <a16:creationId xmlns:a16="http://schemas.microsoft.com/office/drawing/2014/main" id="{540C455F-A23B-493F-B95E-AB485D91DA6A}"/>
              </a:ext>
            </a:extLst>
          </p:cNvPr>
          <p:cNvSpPr>
            <a:spLocks noGrp="1"/>
          </p:cNvSpPr>
          <p:nvPr>
            <p:ph type="body" idx="33" hasCustomPrompt="1"/>
          </p:nvPr>
        </p:nvSpPr>
        <p:spPr>
          <a:xfrm>
            <a:off x="1390120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59" name="Tekst — symbol zastępczy 2">
            <a:extLst>
              <a:ext uri="{FF2B5EF4-FFF2-40B4-BE49-F238E27FC236}">
                <a16:creationId xmlns:a16="http://schemas.microsoft.com/office/drawing/2014/main" id="{6D1C374C-DAF7-40EF-B279-4EC7A2AFE6A2}"/>
              </a:ext>
            </a:extLst>
          </p:cNvPr>
          <p:cNvSpPr>
            <a:spLocks noGrp="1"/>
          </p:cNvSpPr>
          <p:nvPr>
            <p:ph type="body" idx="30" hasCustomPrompt="1"/>
          </p:nvPr>
        </p:nvSpPr>
        <p:spPr>
          <a:xfrm>
            <a:off x="3849262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3" name="Tekst — symbol zastępczy 2">
            <a:extLst>
              <a:ext uri="{FF2B5EF4-FFF2-40B4-BE49-F238E27FC236}">
                <a16:creationId xmlns:a16="http://schemas.microsoft.com/office/drawing/2014/main" id="{421FF438-E4E8-4643-BCB3-4A1C12429042}"/>
              </a:ext>
            </a:extLst>
          </p:cNvPr>
          <p:cNvSpPr>
            <a:spLocks noGrp="1"/>
          </p:cNvSpPr>
          <p:nvPr>
            <p:ph type="body" idx="34" hasCustomPrompt="1"/>
          </p:nvPr>
        </p:nvSpPr>
        <p:spPr>
          <a:xfrm>
            <a:off x="3739214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0" name="Tekst — symbol zastępczy 2">
            <a:extLst>
              <a:ext uri="{FF2B5EF4-FFF2-40B4-BE49-F238E27FC236}">
                <a16:creationId xmlns:a16="http://schemas.microsoft.com/office/drawing/2014/main" id="{D4FEDD19-A7BA-45BB-93A0-F1E896C9F26D}"/>
              </a:ext>
            </a:extLst>
          </p:cNvPr>
          <p:cNvSpPr>
            <a:spLocks noGrp="1"/>
          </p:cNvSpPr>
          <p:nvPr>
            <p:ph type="body" idx="31" hasCustomPrompt="1"/>
          </p:nvPr>
        </p:nvSpPr>
        <p:spPr>
          <a:xfrm>
            <a:off x="6339926" y="5527896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4" name="Tekst — symbol zastępczy 2">
            <a:extLst>
              <a:ext uri="{FF2B5EF4-FFF2-40B4-BE49-F238E27FC236}">
                <a16:creationId xmlns:a16="http://schemas.microsoft.com/office/drawing/2014/main" id="{A12F0175-7AEE-46B1-9590-D4A427680DC7}"/>
              </a:ext>
            </a:extLst>
          </p:cNvPr>
          <p:cNvSpPr>
            <a:spLocks noGrp="1"/>
          </p:cNvSpPr>
          <p:nvPr>
            <p:ph type="body" idx="35" hasCustomPrompt="1"/>
          </p:nvPr>
        </p:nvSpPr>
        <p:spPr>
          <a:xfrm>
            <a:off x="6229878" y="5655557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1" name="Tekst — symbol zastępczy 2">
            <a:extLst>
              <a:ext uri="{FF2B5EF4-FFF2-40B4-BE49-F238E27FC236}">
                <a16:creationId xmlns:a16="http://schemas.microsoft.com/office/drawing/2014/main" id="{5026D39F-46AB-4680-9A52-F367344A3531}"/>
              </a:ext>
            </a:extLst>
          </p:cNvPr>
          <p:cNvSpPr>
            <a:spLocks noGrp="1"/>
          </p:cNvSpPr>
          <p:nvPr>
            <p:ph type="body" idx="32" hasCustomPrompt="1"/>
          </p:nvPr>
        </p:nvSpPr>
        <p:spPr>
          <a:xfrm>
            <a:off x="8759806" y="5513214"/>
            <a:ext cx="1828800" cy="343061"/>
          </a:xfrm>
        </p:spPr>
        <p:txBody>
          <a:bodyPr rtlCol="0" anchor="t">
            <a:noAutofit/>
          </a:bodyPr>
          <a:lstStyle>
            <a:lvl1pPr marL="0" indent="0" algn="ctr">
              <a:buNone/>
              <a:defRPr lang="en-US" sz="105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65" name="Tekst — symbol zastępczy 2">
            <a:extLst>
              <a:ext uri="{FF2B5EF4-FFF2-40B4-BE49-F238E27FC236}">
                <a16:creationId xmlns:a16="http://schemas.microsoft.com/office/drawing/2014/main" id="{04E11FE2-6320-4E8C-A5B3-8104AF329ADA}"/>
              </a:ext>
            </a:extLst>
          </p:cNvPr>
          <p:cNvSpPr>
            <a:spLocks noGrp="1"/>
          </p:cNvSpPr>
          <p:nvPr>
            <p:ph type="body" idx="36" hasCustomPrompt="1"/>
          </p:nvPr>
        </p:nvSpPr>
        <p:spPr>
          <a:xfrm>
            <a:off x="8634432" y="5640875"/>
            <a:ext cx="2057400" cy="343061"/>
          </a:xfrm>
        </p:spPr>
        <p:txBody>
          <a:bodyPr rtlCol="0" anchor="ctr">
            <a:noAutofit/>
          </a:bodyPr>
          <a:lstStyle>
            <a:lvl1pPr marL="0" indent="0" algn="ctr">
              <a:buNone/>
              <a:defRPr lang="en-US" sz="900" kern="1200" spc="150" baseline="0" dirty="0" smtClean="0">
                <a:solidFill>
                  <a:schemeClr val="bg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>
                <a:solidFill>
                  <a:srgbClr val="898989"/>
                </a:solidFill>
              </a:defRPr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  <p:pic>
        <p:nvPicPr>
          <p:cNvPr id="13" name="Grafika 12">
            <a:extLst>
              <a:ext uri="{FF2B5EF4-FFF2-40B4-BE49-F238E27FC236}">
                <a16:creationId xmlns:a16="http://schemas.microsoft.com/office/drawing/2014/main" id="{B0DFD584-E5CF-41EF-B51E-679CE22DDF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473953"/>
            <a:ext cx="2057400" cy="1647825"/>
          </a:xfrm>
          <a:prstGeom prst="rect">
            <a:avLst/>
          </a:prstGeom>
        </p:spPr>
      </p:pic>
      <p:pic>
        <p:nvPicPr>
          <p:cNvPr id="14" name="Grafika 13">
            <a:extLst>
              <a:ext uri="{FF2B5EF4-FFF2-40B4-BE49-F238E27FC236}">
                <a16:creationId xmlns:a16="http://schemas.microsoft.com/office/drawing/2014/main" id="{E5C02DDF-25A6-42C7-9525-F279CE2095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049000" y="5180889"/>
            <a:ext cx="11430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09553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awartość 3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1CF3B5C-31C4-46BA-9FAD-72DF917A84D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85156" y="892177"/>
            <a:ext cx="8421688" cy="1325563"/>
          </a:xfrm>
        </p:spPr>
        <p:txBody>
          <a:bodyPr rtlCol="0">
            <a:normAutofit/>
          </a:bodyPr>
          <a:lstStyle>
            <a:lvl1pPr algn="ctr">
              <a:defRPr lang="en-US" sz="2800" kern="1200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11" name="Zawartość — symbol zastępczy 10">
            <a:extLst>
              <a:ext uri="{FF2B5EF4-FFF2-40B4-BE49-F238E27FC236}">
                <a16:creationId xmlns:a16="http://schemas.microsoft.com/office/drawing/2014/main" id="{ADC2540D-94C4-405B-8607-0CEDD6F54B9C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107544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B659CD1F-9DFB-4048-9B9B-2BD7D4EC6400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38200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7" name="Tekst — symbol zastępczy 2">
            <a:extLst>
              <a:ext uri="{FF2B5EF4-FFF2-40B4-BE49-F238E27FC236}">
                <a16:creationId xmlns:a16="http://schemas.microsoft.com/office/drawing/2014/main" id="{E43D2F47-FAF2-42C2-967D-251DD4B940D7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>
          <a:xfrm>
            <a:off x="838200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4" name="Zawartość — symbol zastępczy 3">
            <a:extLst>
              <a:ext uri="{FF2B5EF4-FFF2-40B4-BE49-F238E27FC236}">
                <a16:creationId xmlns:a16="http://schemas.microsoft.com/office/drawing/2014/main" id="{AC9B20CF-6B91-4562-B799-0ABDAEBC0D2A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838200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4" name="Zawartość — symbol zastępczy 10">
            <a:extLst>
              <a:ext uri="{FF2B5EF4-FFF2-40B4-BE49-F238E27FC236}">
                <a16:creationId xmlns:a16="http://schemas.microsoft.com/office/drawing/2014/main" id="{11C6EC54-ADFA-4CFF-9E9B-DC7E96C854C2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380565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5" name="Tekst — symbol zastępczy 4">
            <a:extLst>
              <a:ext uri="{FF2B5EF4-FFF2-40B4-BE49-F238E27FC236}">
                <a16:creationId xmlns:a16="http://schemas.microsoft.com/office/drawing/2014/main" id="{B374FC39-67F6-42EA-BCD1-F69AE2F0F22D}"/>
              </a:ext>
            </a:extLst>
          </p:cNvPr>
          <p:cNvSpPr>
            <a:spLocks noGrp="1"/>
          </p:cNvSpPr>
          <p:nvPr>
            <p:ph type="body" sz="quarter" idx="3" hasCustomPrompt="1"/>
          </p:nvPr>
        </p:nvSpPr>
        <p:spPr>
          <a:xfrm>
            <a:off x="3562665" y="3788813"/>
            <a:ext cx="2342205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8" name="Tekst — symbol zastępczy 4">
            <a:extLst>
              <a:ext uri="{FF2B5EF4-FFF2-40B4-BE49-F238E27FC236}">
                <a16:creationId xmlns:a16="http://schemas.microsoft.com/office/drawing/2014/main" id="{3322C250-87FC-4F14-A42C-FFDA120D0D6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562665" y="4464810"/>
            <a:ext cx="2342205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pl-PL" noProof="0"/>
              <a:t>KLIKNIJ, ABY EDYTOWAĆ</a:t>
            </a:r>
          </a:p>
        </p:txBody>
      </p:sp>
      <p:sp>
        <p:nvSpPr>
          <p:cNvPr id="6" name="Zawartość — symbol zastępczy 5">
            <a:extLst>
              <a:ext uri="{FF2B5EF4-FFF2-40B4-BE49-F238E27FC236}">
                <a16:creationId xmlns:a16="http://schemas.microsoft.com/office/drawing/2014/main" id="{B36EE64B-44BF-4634-97BC-5ED74C6DF280}"/>
              </a:ext>
            </a:extLst>
          </p:cNvPr>
          <p:cNvSpPr>
            <a:spLocks noGrp="1"/>
          </p:cNvSpPr>
          <p:nvPr>
            <p:ph sz="quarter" idx="4" hasCustomPrompt="1"/>
          </p:nvPr>
        </p:nvSpPr>
        <p:spPr>
          <a:xfrm>
            <a:off x="3562665" y="5120722"/>
            <a:ext cx="2342205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5" name="Zawartość — symbol zastępczy 10">
            <a:extLst>
              <a:ext uri="{FF2B5EF4-FFF2-40B4-BE49-F238E27FC236}">
                <a16:creationId xmlns:a16="http://schemas.microsoft.com/office/drawing/2014/main" id="{1B6DD41C-FCE2-4AC6-A235-2FF1B905DAAD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6530117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21" name="Tekst — symbol zastępczy 2">
            <a:extLst>
              <a:ext uri="{FF2B5EF4-FFF2-40B4-BE49-F238E27FC236}">
                <a16:creationId xmlns:a16="http://schemas.microsoft.com/office/drawing/2014/main" id="{1F60A771-8BBC-4565-AB09-402DA7CB2780}"/>
              </a:ext>
            </a:extLst>
          </p:cNvPr>
          <p:cNvSpPr>
            <a:spLocks noGrp="1"/>
          </p:cNvSpPr>
          <p:nvPr>
            <p:ph type="body" idx="13" hasCustomPrompt="1"/>
          </p:nvPr>
        </p:nvSpPr>
        <p:spPr>
          <a:xfrm>
            <a:off x="6298609" y="3788813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19" name="Tekst — symbol zastępczy 2">
            <a:extLst>
              <a:ext uri="{FF2B5EF4-FFF2-40B4-BE49-F238E27FC236}">
                <a16:creationId xmlns:a16="http://schemas.microsoft.com/office/drawing/2014/main" id="{D3C675D6-83FA-4036-B516-098EDCAF2506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>
          <a:xfrm>
            <a:off x="6298609" y="4464810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sp>
        <p:nvSpPr>
          <p:cNvPr id="22" name="Zawartość — symbol zastępczy 3">
            <a:extLst>
              <a:ext uri="{FF2B5EF4-FFF2-40B4-BE49-F238E27FC236}">
                <a16:creationId xmlns:a16="http://schemas.microsoft.com/office/drawing/2014/main" id="{C464A9BD-B815-4632-8F54-6EB70E48BAFF}"/>
              </a:ext>
            </a:extLst>
          </p:cNvPr>
          <p:cNvSpPr>
            <a:spLocks noGrp="1"/>
          </p:cNvSpPr>
          <p:nvPr>
            <p:ph sz="half" idx="14" hasCustomPrompt="1"/>
          </p:nvPr>
        </p:nvSpPr>
        <p:spPr>
          <a:xfrm>
            <a:off x="6298609" y="5120722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26" name="Zawartość — symbol zastępczy 10">
            <a:extLst>
              <a:ext uri="{FF2B5EF4-FFF2-40B4-BE49-F238E27FC236}">
                <a16:creationId xmlns:a16="http://schemas.microsoft.com/office/drawing/2014/main" id="{CEB4C3DB-E51E-4479-90C2-DFE5DB4B2482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9260321" y="2370670"/>
            <a:ext cx="1856232" cy="1664208"/>
          </a:xfrm>
        </p:spPr>
        <p:txBody>
          <a:bodyPr rtlCol="0">
            <a:no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100"/>
            </a:lvl3pPr>
            <a:lvl4pPr marL="1371600" indent="0">
              <a:buNone/>
              <a:defRPr sz="1050"/>
            </a:lvl4pPr>
            <a:lvl5pPr marL="1828800" indent="0">
              <a:buNone/>
              <a:defRPr sz="1050"/>
            </a:lvl5pPr>
          </a:lstStyle>
          <a:p>
            <a:pPr lvl="0" rtl="0"/>
            <a:r>
              <a:rPr lang="pl-PL" noProof="0"/>
              <a:t>Kliknij, aby dodać zawartość</a:t>
            </a:r>
          </a:p>
        </p:txBody>
      </p:sp>
      <p:sp>
        <p:nvSpPr>
          <p:cNvPr id="14" name="Tekst — symbol zastępczy 2">
            <a:extLst>
              <a:ext uri="{FF2B5EF4-FFF2-40B4-BE49-F238E27FC236}">
                <a16:creationId xmlns:a16="http://schemas.microsoft.com/office/drawing/2014/main" id="{84A1E92D-A5BF-4268-BFF3-1418A1F03589}"/>
              </a:ext>
            </a:extLst>
          </p:cNvPr>
          <p:cNvSpPr>
            <a:spLocks noGrp="1"/>
          </p:cNvSpPr>
          <p:nvPr>
            <p:ph type="body" idx="15" hasCustomPrompt="1"/>
          </p:nvPr>
        </p:nvSpPr>
        <p:spPr>
          <a:xfrm>
            <a:off x="9023074" y="3788457"/>
            <a:ext cx="2330726" cy="804859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32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#</a:t>
            </a:r>
          </a:p>
        </p:txBody>
      </p:sp>
      <p:sp>
        <p:nvSpPr>
          <p:cNvPr id="23" name="Tekst — symbol zastępczy 2">
            <a:extLst>
              <a:ext uri="{FF2B5EF4-FFF2-40B4-BE49-F238E27FC236}">
                <a16:creationId xmlns:a16="http://schemas.microsoft.com/office/drawing/2014/main" id="{B6439AAC-8A96-4015-8A87-ED8DF7027B60}"/>
              </a:ext>
            </a:extLst>
          </p:cNvPr>
          <p:cNvSpPr>
            <a:spLocks noGrp="1"/>
          </p:cNvSpPr>
          <p:nvPr>
            <p:ph type="body" idx="20" hasCustomPrompt="1"/>
          </p:nvPr>
        </p:nvSpPr>
        <p:spPr>
          <a:xfrm>
            <a:off x="9023074" y="4464454"/>
            <a:ext cx="2330726" cy="438505"/>
          </a:xfrm>
        </p:spPr>
        <p:txBody>
          <a:bodyPr lIns="0" rIns="0" rtlCol="0" anchor="b">
            <a:noAutofit/>
          </a:bodyPr>
          <a:lstStyle>
            <a:lvl1pPr marL="0" indent="0" algn="ctr">
              <a:buNone/>
              <a:defRPr lang="en-US" sz="1400" kern="1200" spc="150" baseline="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pl-PL" noProof="0"/>
              <a:t>KLIKNIJ, ABY EDYTOWAĆ</a:t>
            </a:r>
          </a:p>
        </p:txBody>
      </p:sp>
      <p:cxnSp>
        <p:nvCxnSpPr>
          <p:cNvPr id="16" name="Łącznik prosty 15">
            <a:extLst>
              <a:ext uri="{FF2B5EF4-FFF2-40B4-BE49-F238E27FC236}">
                <a16:creationId xmlns:a16="http://schemas.microsoft.com/office/drawing/2014/main" id="{463D7850-C2A6-43CE-BBE4-8E81A0A593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1238250" cy="1328057"/>
          </a:xfrm>
          <a:prstGeom prst="line">
            <a:avLst/>
          </a:prstGeom>
          <a:ln w="3175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Łącznik prosty 19">
            <a:extLst>
              <a:ext uri="{FF2B5EF4-FFF2-40B4-BE49-F238E27FC236}">
                <a16:creationId xmlns:a16="http://schemas.microsoft.com/office/drawing/2014/main" id="{EBAD3E03-2E3B-440C-9105-6F9D33006D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flipH="1">
            <a:off x="0" y="0"/>
            <a:ext cx="3790950" cy="892177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Zawartość — symbol zastępczy 3">
            <a:extLst>
              <a:ext uri="{FF2B5EF4-FFF2-40B4-BE49-F238E27FC236}">
                <a16:creationId xmlns:a16="http://schemas.microsoft.com/office/drawing/2014/main" id="{492F9083-A886-4EEB-94D6-1FAE6DC33000}"/>
              </a:ext>
            </a:extLst>
          </p:cNvPr>
          <p:cNvSpPr>
            <a:spLocks noGrp="1"/>
          </p:cNvSpPr>
          <p:nvPr>
            <p:ph sz="half" idx="16" hasCustomPrompt="1"/>
          </p:nvPr>
        </p:nvSpPr>
        <p:spPr>
          <a:xfrm>
            <a:off x="9023074" y="5120366"/>
            <a:ext cx="2330726" cy="853167"/>
          </a:xfrm>
        </p:spPr>
        <p:txBody>
          <a:bodyPr lIns="0" rIns="0" rtlCol="0">
            <a:normAutofit/>
          </a:bodyPr>
          <a:lstStyle>
            <a:lvl1pPr marL="0" indent="0" algn="ctr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00000"/>
              </a:lnSpc>
              <a:buNone/>
              <a:defRPr sz="1400" spc="50" baseline="0"/>
            </a:lvl2pPr>
            <a:lvl3pPr marL="914400" indent="0">
              <a:lnSpc>
                <a:spcPct val="100000"/>
              </a:lnSpc>
              <a:buNone/>
              <a:defRPr sz="1400" spc="50" baseline="0"/>
            </a:lvl3pPr>
            <a:lvl4pPr marL="1371600" indent="0">
              <a:lnSpc>
                <a:spcPct val="100000"/>
              </a:lnSpc>
              <a:buNone/>
              <a:defRPr sz="1400" spc="50" baseline="0"/>
            </a:lvl4pPr>
            <a:lvl5pPr marL="1828800" indent="0">
              <a:lnSpc>
                <a:spcPct val="100000"/>
              </a:lnSpc>
              <a:buNone/>
              <a:defRPr sz="1400" spc="50" baseline="0"/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sp>
        <p:nvSpPr>
          <p:cNvPr id="7" name="Data — symbol zastępczy 6">
            <a:extLst>
              <a:ext uri="{FF2B5EF4-FFF2-40B4-BE49-F238E27FC236}">
                <a16:creationId xmlns:a16="http://schemas.microsoft.com/office/drawing/2014/main" id="{F255C16C-AA88-4BBF-8040-11ECFED618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8" name="Stopka — symbol zastępczy 7">
            <a:extLst>
              <a:ext uri="{FF2B5EF4-FFF2-40B4-BE49-F238E27FC236}">
                <a16:creationId xmlns:a16="http://schemas.microsoft.com/office/drawing/2014/main" id="{CBE560E3-F935-488F-8F0E-191D7B6B54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9" name="Numer slajdu — symbol zastępczy 8">
            <a:extLst>
              <a:ext uri="{FF2B5EF4-FFF2-40B4-BE49-F238E27FC236}">
                <a16:creationId xmlns:a16="http://schemas.microsoft.com/office/drawing/2014/main" id="{9B9CD8B2-CC23-467F-B0EE-2CC06D630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3866963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Podsumowan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3A3821F-4537-4AE7-8829-C2E3AE60F6E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476875" y="1671639"/>
            <a:ext cx="5111750" cy="1204912"/>
          </a:xfrm>
        </p:spPr>
        <p:txBody>
          <a:bodyPr rtlCol="0" anchor="b">
            <a:normAutofit/>
          </a:bodyPr>
          <a:lstStyle>
            <a:lvl1pPr>
              <a:defRPr lang="en-US" sz="2800" kern="1200" cap="all" spc="150" baseline="0" dirty="0">
                <a:solidFill>
                  <a:schemeClr val="tx1">
                    <a:lumMod val="75000"/>
                    <a:lumOff val="25000"/>
                  </a:schemeClr>
                </a:solidFill>
                <a:latin typeface="Calibri" panose="020F0502020204030204" pitchFamily="34" charset="0"/>
                <a:ea typeface="+mj-ea"/>
                <a:cs typeface="+mj-cs"/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92FD4279-EA62-4397-878A-73F4948DB176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5476875" y="3682546"/>
            <a:ext cx="5111750" cy="1525588"/>
          </a:xfrm>
        </p:spPr>
        <p:txBody>
          <a:bodyPr rtlCol="0" anchor="b">
            <a:normAutofit/>
          </a:bodyPr>
          <a:lstStyle>
            <a:lvl1pPr marL="0" indent="0">
              <a:lnSpc>
                <a:spcPct val="10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pl-PL" noProof="0"/>
              <a:t>Kliknij, aby edytować style wzorców tekstu</a:t>
            </a:r>
          </a:p>
        </p:txBody>
      </p:sp>
      <p:cxnSp>
        <p:nvCxnSpPr>
          <p:cNvPr id="23" name="Łącznik prosty 22">
            <a:extLst>
              <a:ext uri="{FF2B5EF4-FFF2-40B4-BE49-F238E27FC236}">
                <a16:creationId xmlns:a16="http://schemas.microsoft.com/office/drawing/2014/main" id="{D87F08D6-2CA7-4A5A-BE34-07113DCA535D}"/>
              </a:ext>
            </a:extLst>
          </p:cNvPr>
          <p:cNvCxnSpPr>
            <a:cxnSpLocks/>
          </p:cNvCxnSpPr>
          <p:nvPr/>
        </p:nvCxnSpPr>
        <p:spPr>
          <a:xfrm flipH="1" flipV="1">
            <a:off x="0" y="876300"/>
            <a:ext cx="4762500" cy="1628775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Łącznik prosty 11">
            <a:extLst>
              <a:ext uri="{FF2B5EF4-FFF2-40B4-BE49-F238E27FC236}">
                <a16:creationId xmlns:a16="http://schemas.microsoft.com/office/drawing/2014/main" id="{A768C87F-B9C3-4DFF-8454-F3F52CE4346B}"/>
              </a:ext>
            </a:extLst>
          </p:cNvPr>
          <p:cNvCxnSpPr>
            <a:cxnSpLocks/>
          </p:cNvCxnSpPr>
          <p:nvPr/>
        </p:nvCxnSpPr>
        <p:spPr>
          <a:xfrm flipH="1" flipV="1">
            <a:off x="2638425" y="0"/>
            <a:ext cx="2124076" cy="518636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Data — symbol zastępczy 6">
            <a:extLst>
              <a:ext uri="{FF2B5EF4-FFF2-40B4-BE49-F238E27FC236}">
                <a16:creationId xmlns:a16="http://schemas.microsoft.com/office/drawing/2014/main" id="{71F34533-9677-48AF-9374-976825F4BB7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22" name="Stopka — symbol zastępczy 7">
            <a:extLst>
              <a:ext uri="{FF2B5EF4-FFF2-40B4-BE49-F238E27FC236}">
                <a16:creationId xmlns:a16="http://schemas.microsoft.com/office/drawing/2014/main" id="{4FAB8A26-B99E-4F96-8327-A932A14F2C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24" name="Numer slajdu — symbol zastępczy 8">
            <a:extLst>
              <a:ext uri="{FF2B5EF4-FFF2-40B4-BE49-F238E27FC236}">
                <a16:creationId xmlns:a16="http://schemas.microsoft.com/office/drawing/2014/main" id="{EB0962D2-BCC3-48AB-A769-2A7327D291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6163167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000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Zakończeni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415B3628-62D7-4A6D-A79F-34DE91DBA31E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267200" y="1615736"/>
            <a:ext cx="4179570" cy="1524735"/>
          </a:xfrm>
        </p:spPr>
        <p:txBody>
          <a:bodyPr rtlCol="0" anchor="b">
            <a:noAutofit/>
          </a:bodyPr>
          <a:lstStyle>
            <a:lvl1pPr algn="l"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55457758-A125-4CEA-A3D5-CBD010417BD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267200" y="3238103"/>
            <a:ext cx="4179570" cy="2004161"/>
          </a:xfrm>
        </p:spPr>
        <p:txBody>
          <a:bodyPr rtlCol="0">
            <a:normAutofit/>
          </a:bodyPr>
          <a:lstStyle>
            <a:lvl1pPr marL="0" indent="0" algn="l">
              <a:lnSpc>
                <a:spcPct val="150000"/>
              </a:lnSpc>
              <a:buNone/>
              <a:defRPr sz="1400" spc="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pl-PL" noProof="0"/>
              <a:t>Kliknij, aby edytować styl wzorca podtytułu</a:t>
            </a:r>
          </a:p>
        </p:txBody>
      </p:sp>
      <p:pic>
        <p:nvPicPr>
          <p:cNvPr id="6" name="Grafika 5">
            <a:extLst>
              <a:ext uri="{FF2B5EF4-FFF2-40B4-BE49-F238E27FC236}">
                <a16:creationId xmlns:a16="http://schemas.microsoft.com/office/drawing/2014/main" id="{ED3361C9-310A-4255-A94E-B77588962DA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0" y="0"/>
            <a:ext cx="3176938" cy="6858000"/>
          </a:xfrm>
          <a:prstGeom prst="rect">
            <a:avLst/>
          </a:prstGeom>
        </p:spPr>
      </p:pic>
      <p:sp>
        <p:nvSpPr>
          <p:cNvPr id="9" name="Data — symbol zastępczy 6">
            <a:extLst>
              <a:ext uri="{FF2B5EF4-FFF2-40B4-BE49-F238E27FC236}">
                <a16:creationId xmlns:a16="http://schemas.microsoft.com/office/drawing/2014/main" id="{BF358517-D7B7-40D0-A9D0-B650C80898A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267200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10" name="Stopka — symbol zastępczy 7">
            <a:extLst>
              <a:ext uri="{FF2B5EF4-FFF2-40B4-BE49-F238E27FC236}">
                <a16:creationId xmlns:a16="http://schemas.microsoft.com/office/drawing/2014/main" id="{6026D44C-0B39-4DE1-A0FC-5615DDAAE3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479721" y="6356350"/>
            <a:ext cx="26615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11" name="Numer slajdu — symbol zastępczy 8">
            <a:extLst>
              <a:ext uri="{FF2B5EF4-FFF2-40B4-BE49-F238E27FC236}">
                <a16:creationId xmlns:a16="http://schemas.microsoft.com/office/drawing/2014/main" id="{0F8222B4-B618-42C4-8BDB-D2E4DF2F2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579428" y="6356350"/>
            <a:ext cx="1774371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42935512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Plan spotkania bez grafiki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3F0A9B92-C2D0-466A-A680-A35832C452B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333499" y="1020445"/>
            <a:ext cx="4000000" cy="1325563"/>
          </a:xfrm>
        </p:spPr>
        <p:txBody>
          <a:bodyPr rtlCol="0" anchor="b">
            <a:normAutofit/>
          </a:bodyPr>
          <a:lstStyle>
            <a:lvl1pPr>
              <a:defRPr sz="3200" spc="150" baseline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Zawartość — symbol zastępczy 2">
            <a:extLst>
              <a:ext uri="{FF2B5EF4-FFF2-40B4-BE49-F238E27FC236}">
                <a16:creationId xmlns:a16="http://schemas.microsoft.com/office/drawing/2014/main" id="{2DA41CE6-5A88-4C5C-B2A4-6A5D2153B16F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333499" y="2924175"/>
            <a:ext cx="4000000" cy="3700000"/>
          </a:xfrm>
        </p:spPr>
        <p:txBody>
          <a:bodyPr rtlCol="0">
            <a:normAutofit/>
          </a:bodyPr>
          <a:lstStyle>
            <a:lvl1pPr marL="0" indent="0">
              <a:lnSpc>
                <a:spcPct val="120000"/>
              </a:lnSpc>
              <a:spcBef>
                <a:spcPts val="1000"/>
              </a:spcBef>
              <a:buNone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A39F5093-3C53-4152-B8FE-0522E079526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333500" y="6356350"/>
            <a:ext cx="985157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7727F11D-8AF8-44D6-A48B-D8C7779B8B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2669886" y="6356349"/>
            <a:ext cx="248284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658C0879-6B0F-4AF6-A997-EC61DA8964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536305" y="6356350"/>
            <a:ext cx="987552" cy="365125"/>
          </a:xfrm>
        </p:spPr>
        <p:txBody>
          <a:bodyPr rtlCol="0"/>
          <a:lstStyle>
            <a:lvl1pPr>
              <a:defRPr sz="900"/>
            </a:lvl1pPr>
          </a:lstStyle>
          <a:p>
            <a:pPr rtl="0"/>
            <a:fld id="{B5CEABB6-07DC-46E8-9B57-56EC44A396E5}" type="slidenum">
              <a:rPr lang="pl-PL" noProof="0" smtClean="0"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2631270364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90" Type="http://schemas.openxmlformats.org/officeDocument/2006/relationships/slideLayout" Target="../slideLayouts/slideLayout2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— symbol zastępczy 1">
            <a:extLst>
              <a:ext uri="{FF2B5EF4-FFF2-40B4-BE49-F238E27FC236}">
                <a16:creationId xmlns:a16="http://schemas.microsoft.com/office/drawing/2014/main" id="{8F4C17E5-24ED-44BC-BA50-02EF90355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r>
              <a:rPr lang="pl-PL" noProof="0"/>
              <a:t>Kliknij, aby edytować styl wzorca tytułu</a:t>
            </a:r>
          </a:p>
        </p:txBody>
      </p:sp>
      <p:sp>
        <p:nvSpPr>
          <p:cNvPr id="3" name="Tekst — symbol zastępczy 2">
            <a:extLst>
              <a:ext uri="{FF2B5EF4-FFF2-40B4-BE49-F238E27FC236}">
                <a16:creationId xmlns:a16="http://schemas.microsoft.com/office/drawing/2014/main" id="{4833D101-3AF0-4F06-90ED-B83615C36C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pl-PL" noProof="0"/>
              <a:t>Kliknij, aby edytować style wzorców tekstu</a:t>
            </a:r>
          </a:p>
          <a:p>
            <a:pPr lvl="1" rtl="0"/>
            <a:r>
              <a:rPr lang="pl-PL" noProof="0"/>
              <a:t>Drugi poziom</a:t>
            </a:r>
          </a:p>
          <a:p>
            <a:pPr lvl="2" rtl="0"/>
            <a:r>
              <a:rPr lang="pl-PL" noProof="0"/>
              <a:t>Trzeci poziom</a:t>
            </a:r>
          </a:p>
          <a:p>
            <a:pPr lvl="3" rtl="0"/>
            <a:r>
              <a:rPr lang="pl-PL" noProof="0"/>
              <a:t>Czwarty poziom</a:t>
            </a:r>
          </a:p>
          <a:p>
            <a:pPr lvl="4" rtl="0"/>
            <a:r>
              <a:rPr lang="pl-PL" noProof="0"/>
              <a:t>Piąty poziom</a:t>
            </a:r>
          </a:p>
        </p:txBody>
      </p:sp>
      <p:sp>
        <p:nvSpPr>
          <p:cNvPr id="4" name="Data — symbol zastępczy 3">
            <a:extLst>
              <a:ext uri="{FF2B5EF4-FFF2-40B4-BE49-F238E27FC236}">
                <a16:creationId xmlns:a16="http://schemas.microsoft.com/office/drawing/2014/main" id="{C2AE9FDE-AF95-49F8-A927-35A23C9E65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20XX</a:t>
            </a:r>
          </a:p>
        </p:txBody>
      </p:sp>
      <p:sp>
        <p:nvSpPr>
          <p:cNvPr id="5" name="Stopka — symbol zastępczy 4">
            <a:extLst>
              <a:ext uri="{FF2B5EF4-FFF2-40B4-BE49-F238E27FC236}">
                <a16:creationId xmlns:a16="http://schemas.microsoft.com/office/drawing/2014/main" id="{CC2E900D-8FF9-4E80-860D-89C2D3B4E4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r>
              <a:rPr lang="pl-PL" noProof="0"/>
              <a:t>Prezentacja</a:t>
            </a:r>
          </a:p>
        </p:txBody>
      </p:sp>
      <p:sp>
        <p:nvSpPr>
          <p:cNvPr id="6" name="Numer slajdu — symbol zastępczy 5">
            <a:extLst>
              <a:ext uri="{FF2B5EF4-FFF2-40B4-BE49-F238E27FC236}">
                <a16:creationId xmlns:a16="http://schemas.microsoft.com/office/drawing/2014/main" id="{F1A66A0C-1415-46A3-A1FF-BE18C70873E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  <a:latin typeface="Calibri" panose="020F0502020204030204" pitchFamily="34" charset="0"/>
              </a:defRPr>
            </a:lvl1pPr>
          </a:lstStyle>
          <a:p>
            <a:fld id="{B5CEABB6-07DC-46E8-9B57-56EC44A396E5}" type="slidenum">
              <a:rPr lang="pl-PL" noProof="0" smtClean="0"/>
              <a:pPr/>
              <a:t>‹#›</a:t>
            </a:fld>
            <a:endParaRPr lang="pl-PL" noProof="0"/>
          </a:p>
        </p:txBody>
      </p:sp>
    </p:spTree>
    <p:extLst>
      <p:ext uri="{BB962C8B-B14F-4D97-AF65-F5344CB8AC3E}">
        <p14:creationId xmlns:p14="http://schemas.microsoft.com/office/powerpoint/2010/main" val="19284521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70" r:id="rId3"/>
    <p:sldLayoutId id="2147483688" r:id="rId4"/>
    <p:sldLayoutId id="2147483694" r:id="rId5"/>
    <p:sldLayoutId id="2147483697" r:id="rId6"/>
    <p:sldLayoutId id="2147483673" r:id="rId7"/>
    <p:sldLayoutId id="2147483676" r:id="rId8"/>
    <p:sldLayoutId id="2147483672" r:id="rId9"/>
    <p:sldLayoutId id="2147483699" r:id="rId10"/>
    <p:sldLayoutId id="2147483671" r:id="rId11"/>
    <p:sldLayoutId id="2147483685" r:id="rId12"/>
    <p:sldLayoutId id="2147483700" r:id="rId13"/>
    <p:sldLayoutId id="2147483692" r:id="rId14"/>
    <p:sldLayoutId id="2147483681" r:id="rId15"/>
    <p:sldLayoutId id="2147483674" r:id="rId16"/>
    <p:sldLayoutId id="2147483675" r:id="rId17"/>
    <p:sldLayoutId id="2147483696" r:id="rId18"/>
    <p:sldLayoutId id="2147483677" r:id="rId19"/>
    <p:sldLayoutId id="2147483678" r:id="rId20"/>
    <p:sldLayoutId id="2147483750" r:id="rId90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cap="all" baseline="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75000"/>
              <a:lumOff val="2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216815C6-3AD0-46E6-A74A-1967BD91AF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16040" y="4434840"/>
            <a:ext cx="4941771" cy="1122202"/>
          </a:xfrm>
        </p:spPr>
        <p:txBody>
          <a:bodyPr rtlCol="0"/>
          <a:lstStyle/>
          <a:p>
            <a:r>
              <a:rPr lang="pl-PL">
                <a:latin typeface="Calibri"/>
                <a:ea typeface="Calibri"/>
                <a:cs typeface="Calibri"/>
              </a:rPr>
              <a:t>Światło jako narzędzie pracy</a:t>
            </a:r>
            <a:endParaRPr lang="pl-PL"/>
          </a:p>
        </p:txBody>
      </p:sp>
      <p:sp>
        <p:nvSpPr>
          <p:cNvPr id="3" name="Podtytuł 2">
            <a:extLst>
              <a:ext uri="{FF2B5EF4-FFF2-40B4-BE49-F238E27FC236}">
                <a16:creationId xmlns:a16="http://schemas.microsoft.com/office/drawing/2014/main" id="{1901B20D-4C28-4DA3-ABBD-718C22A5E58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16041" y="5586890"/>
            <a:ext cx="4941770" cy="39666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pl-PL">
                <a:latin typeface="Calibri"/>
                <a:ea typeface="Calibri"/>
                <a:cs typeface="Calibri"/>
              </a:rPr>
              <a:t>Stefan Kawka &amp; Oskar</a:t>
            </a:r>
          </a:p>
        </p:txBody>
      </p:sp>
    </p:spTree>
    <p:extLst>
      <p:ext uri="{BB962C8B-B14F-4D97-AF65-F5344CB8AC3E}">
        <p14:creationId xmlns:p14="http://schemas.microsoft.com/office/powerpoint/2010/main" val="16424253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65B51ED-A1F6-95B6-0AEF-00B573FB3B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Warsztaty beauty &amp; product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1B999272-F6A5-87D4-48CB-942530DFDF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Fotografia i wideo</a:t>
            </a:r>
          </a:p>
          <a:p>
            <a:r>
              <a:rPr lang="pl-PL" dirty="0"/>
              <a:t>Światło, model, produkt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0359A7C-DA0A-EDDC-71C9-55A53C2A1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C42508FD-0C5A-012D-D654-ACCAC0184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 rot="8100000">
            <a:off x="6400800" y="1280160"/>
            <a:ext cx="2743200" cy="2743200"/>
          </a:xfrm>
          <a:prstGeom prst="triangle">
            <a:avLst/>
          </a:prstGeom>
          <a:solidFill>
            <a:srgbClr val="E3B18D">
              <a:alpha val="18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327648" y="1115568"/>
            <a:ext cx="512064" cy="51206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126480" y="173736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światło</a:t>
            </a:r>
          </a:p>
        </p:txBody>
      </p:sp>
      <p:sp>
        <p:nvSpPr>
          <p:cNvPr id="104" name="Element 104"/>
          <p:cNvSpPr/>
          <p:nvPr/>
        </p:nvSpPr>
        <p:spPr>
          <a:xfrm>
            <a:off x="8138160" y="2651760"/>
            <a:ext cx="914400" cy="914400"/>
          </a:xfrm>
          <a:prstGeom prst="ellipse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955280" y="3657600"/>
            <a:ext cx="1280160" cy="1280160"/>
          </a:xfrm>
          <a:prstGeom prst="round2Same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7955280" y="512064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model</a:t>
            </a:r>
          </a:p>
        </p:txBody>
      </p:sp>
      <p:sp>
        <p:nvSpPr>
          <p:cNvPr id="107" name="Element 107"/>
          <p:cNvSpPr/>
          <p:nvPr/>
        </p:nvSpPr>
        <p:spPr>
          <a:xfrm>
            <a:off x="10058400" y="3566160"/>
            <a:ext cx="914400" cy="1371600"/>
          </a:xfrm>
          <a:prstGeom prst="round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10332720" y="3108960"/>
            <a:ext cx="365760" cy="457200"/>
          </a:xfrm>
          <a:prstGeom prst="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287000" y="2880360"/>
            <a:ext cx="457200" cy="228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9875520" y="512064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produkt</a:t>
            </a:r>
          </a:p>
        </p:txBody>
      </p:sp>
    </p:spTree>
    <p:extLst>
      <p:ext uri="{BB962C8B-B14F-4D97-AF65-F5344CB8AC3E}">
        <p14:creationId xmlns:p14="http://schemas.microsoft.com/office/powerpoint/2010/main" val="2878776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8471FB35-764B-F009-6CE5-91A47ACF5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Plan dnia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E35FD058-2FA0-FA11-7186-F102FB5168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600"/>
              </a:spcBef>
            </a:pPr>
            <a:r>
              <a:rPr lang="pl-PL" dirty="0"/>
              <a:t>Teoria światła i ekspozycji</a:t>
            </a:r>
          </a:p>
          <a:p>
            <a:pPr>
              <a:spcBef>
                <a:spcPts val="600"/>
              </a:spcBef>
            </a:pPr>
            <a:r>
              <a:rPr lang="pl-PL" dirty="0"/>
              <a:t>Praktyka podstawowa</a:t>
            </a:r>
          </a:p>
          <a:p>
            <a:pPr>
              <a:spcBef>
                <a:spcPts val="600"/>
              </a:spcBef>
            </a:pPr>
            <a:r>
              <a:rPr lang="pl-PL" dirty="0"/>
              <a:t>Sprzęt i zastosowania</a:t>
            </a:r>
          </a:p>
          <a:p>
            <a:pPr>
              <a:spcBef>
                <a:spcPts val="600"/>
              </a:spcBef>
            </a:pPr>
            <a:r>
              <a:rPr lang="pl-PL" dirty="0"/>
              <a:t>13:00 — przerwa obiadowa</a:t>
            </a:r>
          </a:p>
          <a:p>
            <a:pPr>
              <a:spcBef>
                <a:spcPts val="600"/>
              </a:spcBef>
            </a:pPr>
            <a:r>
              <a:rPr lang="pl-PL" dirty="0"/>
              <a:t>Fotografia produktu</a:t>
            </a:r>
          </a:p>
          <a:p>
            <a:pPr>
              <a:spcBef>
                <a:spcPts val="600"/>
              </a:spcBef>
            </a:pPr>
            <a:r>
              <a:rPr lang="pl-PL" dirty="0"/>
              <a:t>Setupy studyjne</a:t>
            </a:r>
          </a:p>
          <a:p>
            <a:pPr>
              <a:spcBef>
                <a:spcPts val="600"/>
              </a:spcBef>
            </a:pPr>
            <a:r>
              <a:rPr lang="pl-PL" dirty="0"/>
              <a:t>LAB i własne ćwiczenia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13213C30-EEE7-BA77-1AD5-438CF14C1B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3AEACE34-3F19-29E7-B25D-0FD6076E96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3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 flipV="1">
            <a:off x="5852160" y="3291840"/>
            <a:ext cx="367519" cy="11887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 flipV="1">
            <a:off x="6219679" y="2421637"/>
            <a:ext cx="1004081" cy="870203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 flipV="1">
            <a:off x="7223760" y="2103120"/>
            <a:ext cx="1371600" cy="318517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8595360" y="2103120"/>
            <a:ext cx="1371600" cy="318517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>
            <a:off x="9966960" y="2421637"/>
            <a:ext cx="1004081" cy="870203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10971041" y="3291840"/>
            <a:ext cx="367519" cy="11887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07" name="Element 107"/>
          <p:cNvSpPr/>
          <p:nvPr/>
        </p:nvSpPr>
        <p:spPr>
          <a:xfrm>
            <a:off x="5577840" y="420624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1</a:t>
            </a:r>
          </a:p>
        </p:txBody>
      </p:sp>
      <p:sp>
        <p:nvSpPr>
          <p:cNvPr id="108" name="Element 108"/>
          <p:cNvSpPr/>
          <p:nvPr/>
        </p:nvSpPr>
        <p:spPr>
          <a:xfrm>
            <a:off x="5945359" y="30175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2</a:t>
            </a:r>
          </a:p>
        </p:txBody>
      </p:sp>
      <p:sp>
        <p:nvSpPr>
          <p:cNvPr id="109" name="Element 109"/>
          <p:cNvSpPr/>
          <p:nvPr/>
        </p:nvSpPr>
        <p:spPr>
          <a:xfrm>
            <a:off x="6949440" y="2147317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3</a:t>
            </a:r>
          </a:p>
        </p:txBody>
      </p:sp>
      <p:sp>
        <p:nvSpPr>
          <p:cNvPr id="110" name="Element 110"/>
          <p:cNvSpPr/>
          <p:nvPr/>
        </p:nvSpPr>
        <p:spPr>
          <a:xfrm>
            <a:off x="8183880" y="1691640"/>
            <a:ext cx="822960" cy="82296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1" dirty="0">
                <a:solidFill>
                  <a:srgbClr val="FFFFFF"/>
                </a:solidFill>
                <a:latin typeface="+mn-lt"/>
              </a:rPr>
              <a:t>przerwa</a:t>
            </a:r>
          </a:p>
        </p:txBody>
      </p:sp>
      <p:sp>
        <p:nvSpPr>
          <p:cNvPr id="111" name="Element 111"/>
          <p:cNvSpPr/>
          <p:nvPr/>
        </p:nvSpPr>
        <p:spPr>
          <a:xfrm>
            <a:off x="9692640" y="2147317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4</a:t>
            </a:r>
          </a:p>
        </p:txBody>
      </p:sp>
      <p:sp>
        <p:nvSpPr>
          <p:cNvPr id="112" name="Element 112"/>
          <p:cNvSpPr/>
          <p:nvPr/>
        </p:nvSpPr>
        <p:spPr>
          <a:xfrm>
            <a:off x="10696721" y="301752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5</a:t>
            </a:r>
          </a:p>
        </p:txBody>
      </p:sp>
      <p:sp>
        <p:nvSpPr>
          <p:cNvPr id="113" name="Element 113"/>
          <p:cNvSpPr/>
          <p:nvPr/>
        </p:nvSpPr>
        <p:spPr>
          <a:xfrm>
            <a:off x="11064240" y="4206240"/>
            <a:ext cx="548640" cy="5486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E3B18D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6</a:t>
            </a:r>
          </a:p>
        </p:txBody>
      </p:sp>
      <p:sp>
        <p:nvSpPr>
          <p:cNvPr id="114" name="Element 114"/>
          <p:cNvSpPr/>
          <p:nvPr/>
        </p:nvSpPr>
        <p:spPr>
          <a:xfrm>
            <a:off x="5394960" y="498348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9:00</a:t>
            </a:r>
          </a:p>
        </p:txBody>
      </p:sp>
      <p:sp>
        <p:nvSpPr>
          <p:cNvPr id="115" name="Element 115"/>
          <p:cNvSpPr/>
          <p:nvPr/>
        </p:nvSpPr>
        <p:spPr>
          <a:xfrm>
            <a:off x="10515600" y="498348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17:20</a:t>
            </a:r>
          </a:p>
        </p:txBody>
      </p:sp>
      <p:sp>
        <p:nvSpPr>
          <p:cNvPr id="116" name="Element 116"/>
          <p:cNvSpPr/>
          <p:nvPr/>
        </p:nvSpPr>
        <p:spPr>
          <a:xfrm>
            <a:off x="7863840" y="260604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13:00</a:t>
            </a:r>
          </a:p>
        </p:txBody>
      </p:sp>
      <p:sp>
        <p:nvSpPr>
          <p:cNvPr id="117" name="Element 117"/>
          <p:cNvSpPr/>
          <p:nvPr/>
        </p:nvSpPr>
        <p:spPr>
          <a:xfrm>
            <a:off x="7223760" y="3383280"/>
            <a:ext cx="27432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8A8A8A"/>
                </a:solidFill>
                <a:latin typeface="+mn-lt"/>
              </a:rPr>
              <a:t>9:00 – 17:20</a:t>
            </a:r>
          </a:p>
        </p:txBody>
      </p:sp>
    </p:spTree>
    <p:extLst>
      <p:ext uri="{BB962C8B-B14F-4D97-AF65-F5344CB8AC3E}">
        <p14:creationId xmlns:p14="http://schemas.microsoft.com/office/powerpoint/2010/main" val="196913834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86DE529-1D4A-CD08-E2B3-EFE928A61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Zasady pracy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FF20398-C347-1A1D-B5C9-92BBC1599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Najpierw obserwujemy</a:t>
            </a:r>
          </a:p>
          <a:p>
            <a:r>
              <a:rPr lang="pl-PL" dirty="0"/>
              <a:t>Potem testujemy</a:t>
            </a:r>
          </a:p>
          <a:p>
            <a:r>
              <a:rPr lang="pl-PL" dirty="0"/>
              <a:t>Jeden element naraz</a:t>
            </a:r>
          </a:p>
          <a:p>
            <a:r>
              <a:rPr lang="pl-PL" dirty="0"/>
              <a:t>Zapisujemy ustawienia</a:t>
            </a:r>
          </a:p>
          <a:p>
            <a:r>
              <a:rPr lang="pl-PL" dirty="0"/>
              <a:t>Omawiamy wspólnie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8F741274-3727-5AE4-40FC-1C9480013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8087400-3866-FB8C-FE7E-326CA248A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4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8595360" y="1691640"/>
            <a:ext cx="1652328" cy="1200486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 flipV="1">
            <a:off x="9616555" y="2892126"/>
            <a:ext cx="631133" cy="1942428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>
            <a:off x="7574165" y="4834554"/>
            <a:ext cx="2042389" cy="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6943032" y="2892126"/>
            <a:ext cx="631133" cy="1942428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 flipV="1">
            <a:off x="6943032" y="1691640"/>
            <a:ext cx="1652328" cy="1200486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06" name="Element 106"/>
          <p:cNvSpPr/>
          <p:nvPr/>
        </p:nvSpPr>
        <p:spPr>
          <a:xfrm>
            <a:off x="8275320" y="1371600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1</a:t>
            </a:r>
          </a:p>
        </p:txBody>
      </p:sp>
      <p:sp>
        <p:nvSpPr>
          <p:cNvPr id="107" name="Element 107"/>
          <p:cNvSpPr/>
          <p:nvPr/>
        </p:nvSpPr>
        <p:spPr>
          <a:xfrm>
            <a:off x="9927648" y="2572086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2</a:t>
            </a:r>
          </a:p>
        </p:txBody>
      </p:sp>
      <p:sp>
        <p:nvSpPr>
          <p:cNvPr id="108" name="Element 108"/>
          <p:cNvSpPr/>
          <p:nvPr/>
        </p:nvSpPr>
        <p:spPr>
          <a:xfrm>
            <a:off x="9296515" y="451451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3</a:t>
            </a:r>
          </a:p>
        </p:txBody>
      </p:sp>
      <p:sp>
        <p:nvSpPr>
          <p:cNvPr id="109" name="Element 109"/>
          <p:cNvSpPr/>
          <p:nvPr/>
        </p:nvSpPr>
        <p:spPr>
          <a:xfrm>
            <a:off x="7254125" y="4514514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4</a:t>
            </a:r>
          </a:p>
        </p:txBody>
      </p:sp>
      <p:sp>
        <p:nvSpPr>
          <p:cNvPr id="110" name="Element 110"/>
          <p:cNvSpPr/>
          <p:nvPr/>
        </p:nvSpPr>
        <p:spPr>
          <a:xfrm>
            <a:off x="6622992" y="2572086"/>
            <a:ext cx="640080" cy="64008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1" dirty="0">
                <a:solidFill>
                  <a:srgbClr val="404040"/>
                </a:solidFill>
                <a:latin typeface="+mn-lt"/>
              </a:rPr>
              <a:t>5</a:t>
            </a:r>
          </a:p>
        </p:txBody>
      </p:sp>
      <p:sp>
        <p:nvSpPr>
          <p:cNvPr id="111" name="Element 111"/>
          <p:cNvSpPr/>
          <p:nvPr/>
        </p:nvSpPr>
        <p:spPr>
          <a:xfrm>
            <a:off x="7680960" y="3200400"/>
            <a:ext cx="18288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8A8A8A"/>
                </a:solidFill>
                <a:latin typeface="+mn-lt"/>
              </a:rPr>
              <a:t>proces</a:t>
            </a:r>
          </a:p>
        </p:txBody>
      </p:sp>
    </p:spTree>
    <p:extLst>
      <p:ext uri="{BB962C8B-B14F-4D97-AF65-F5344CB8AC3E}">
        <p14:creationId xmlns:p14="http://schemas.microsoft.com/office/powerpoint/2010/main" val="23355613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016FC86C-983C-FBA7-23FD-9C7DCC82E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Trójkąt ekspozycji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A1597D5B-B10A-6F08-5CCA-FC8429F73A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ISO — czułość matrycy</a:t>
            </a:r>
          </a:p>
          <a:p>
            <a:r>
              <a:rPr lang="pl-PL" dirty="0"/>
              <a:t>Przysłona — światło i głębia</a:t>
            </a:r>
          </a:p>
          <a:p>
            <a:r>
              <a:rPr lang="pl-PL" dirty="0"/>
              <a:t>Czas migawki — ruch i światło</a:t>
            </a:r>
          </a:p>
          <a:p>
            <a:r>
              <a:rPr lang="pl-PL" dirty="0"/>
              <a:t>Jeden parametr naraz</a:t>
            </a:r>
          </a:p>
          <a:p>
            <a:r>
              <a:rPr lang="pl-PL" dirty="0"/>
              <a:t>Balans bieli (White Balance)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1F65F55E-6E16-0493-7411-365C43E0AB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AEFAED5D-03A1-4E64-0C1F-CD86B9B3AC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5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 flipV="1">
            <a:off x="6309360" y="1417320"/>
            <a:ext cx="1828800" cy="33375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cxnSp>
        <p:nvCxnSpPr>
          <p:cNvPr id="102" name="Linia 102"/>
          <p:cNvCxnSpPr/>
          <p:nvPr/>
        </p:nvCxnSpPr>
        <p:spPr>
          <a:xfrm>
            <a:off x="8138160" y="1417320"/>
            <a:ext cx="1828800" cy="333756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>
            <a:off x="6309360" y="4754880"/>
            <a:ext cx="3657600" cy="0"/>
          </a:xfrm>
          <a:prstGeom prst="line">
            <a:avLst/>
          </a:prstGeom>
          <a:ln w="25400">
            <a:solidFill>
              <a:srgbClr val="E3B18D"/>
            </a:solidFill>
          </a:ln>
        </p:spPr>
      </p:cxnSp>
      <p:sp>
        <p:nvSpPr>
          <p:cNvPr id="104" name="Element 104"/>
          <p:cNvSpPr/>
          <p:nvPr/>
        </p:nvSpPr>
        <p:spPr>
          <a:xfrm>
            <a:off x="7635240" y="91440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ISO</a:t>
            </a:r>
          </a:p>
        </p:txBody>
      </p:sp>
      <p:sp>
        <p:nvSpPr>
          <p:cNvPr id="105" name="Element 105"/>
          <p:cNvSpPr/>
          <p:nvPr/>
        </p:nvSpPr>
        <p:spPr>
          <a:xfrm>
            <a:off x="5806440" y="42519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f/</a:t>
            </a:r>
          </a:p>
        </p:txBody>
      </p:sp>
      <p:sp>
        <p:nvSpPr>
          <p:cNvPr id="106" name="Element 106"/>
          <p:cNvSpPr/>
          <p:nvPr/>
        </p:nvSpPr>
        <p:spPr>
          <a:xfrm>
            <a:off x="9464040" y="4251960"/>
            <a:ext cx="1005840" cy="10058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1/s</a:t>
            </a:r>
          </a:p>
        </p:txBody>
      </p:sp>
      <p:sp>
        <p:nvSpPr>
          <p:cNvPr id="107" name="Element 107"/>
          <p:cNvSpPr/>
          <p:nvPr/>
        </p:nvSpPr>
        <p:spPr>
          <a:xfrm>
            <a:off x="7223760" y="374904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8A8A8A"/>
                </a:solidFill>
                <a:latin typeface="+mn-lt"/>
              </a:rPr>
              <a:t>EKSPOZYCJA</a:t>
            </a:r>
          </a:p>
        </p:txBody>
      </p:sp>
      <p:sp>
        <p:nvSpPr>
          <p:cNvPr id="108" name="Element 108"/>
          <p:cNvSpPr/>
          <p:nvPr/>
        </p:nvSpPr>
        <p:spPr>
          <a:xfrm>
            <a:off x="8823960" y="1234440"/>
            <a:ext cx="20116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czułość</a:t>
            </a:r>
          </a:p>
        </p:txBody>
      </p:sp>
      <p:sp>
        <p:nvSpPr>
          <p:cNvPr id="109" name="Element 109"/>
          <p:cNvSpPr/>
          <p:nvPr/>
        </p:nvSpPr>
        <p:spPr>
          <a:xfrm>
            <a:off x="5394960" y="53949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przysłona</a:t>
            </a:r>
          </a:p>
        </p:txBody>
      </p:sp>
      <p:sp>
        <p:nvSpPr>
          <p:cNvPr id="110" name="Element 110"/>
          <p:cNvSpPr/>
          <p:nvPr/>
        </p:nvSpPr>
        <p:spPr>
          <a:xfrm>
            <a:off x="9052560" y="539496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migawka</a:t>
            </a:r>
          </a:p>
        </p:txBody>
      </p:sp>
    </p:spTree>
    <p:extLst>
      <p:ext uri="{BB962C8B-B14F-4D97-AF65-F5344CB8AC3E}">
        <p14:creationId xmlns:p14="http://schemas.microsoft.com/office/powerpoint/2010/main" val="24617162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711935-0DF5-5C59-8A56-B31F28CBC0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Kontrola ekspozycji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15C491-2BDF-CCB7-4011-11A789F2823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Histogram — rozkład jasności</a:t>
            </a:r>
          </a:p>
          <a:p>
            <a:r>
              <a:rPr lang="pl-PL" dirty="0"/>
              <a:t>Cienie i światła</a:t>
            </a:r>
          </a:p>
          <a:p>
            <a:r>
              <a:rPr lang="pl-PL" dirty="0"/>
              <a:t>False Color</a:t>
            </a:r>
          </a:p>
          <a:p>
            <a:r>
              <a:rPr lang="pl-PL" dirty="0"/>
              <a:t>Patrz na dane, nie tylko na ekran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4AECFF8-0CA2-BE58-574A-3A513EA6D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1B100D-B019-F0F8-842B-D94762AB2C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6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108192" y="4983480"/>
            <a:ext cx="265176" cy="137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19088" y="4800600"/>
            <a:ext cx="265176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729984" y="4480560"/>
            <a:ext cx="265176" cy="6400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7040880" y="4023360"/>
            <a:ext cx="265176" cy="10972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351776" y="3474720"/>
            <a:ext cx="265176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7662672" y="3017520"/>
            <a:ext cx="265176" cy="21031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7973568" y="2651760"/>
            <a:ext cx="265176" cy="2468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284464" y="2743200"/>
            <a:ext cx="265176" cy="2377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8595360" y="3108960"/>
            <a:ext cx="265176" cy="20116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8906256" y="3566160"/>
            <a:ext cx="265176" cy="15544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9217152" y="4023360"/>
            <a:ext cx="265176" cy="10972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9528048" y="4389120"/>
            <a:ext cx="265176" cy="7315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3" name="Element 113"/>
          <p:cNvSpPr/>
          <p:nvPr/>
        </p:nvSpPr>
        <p:spPr>
          <a:xfrm>
            <a:off x="9838944" y="4663440"/>
            <a:ext cx="265176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10149840" y="4800600"/>
            <a:ext cx="265176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10460736" y="4892040"/>
            <a:ext cx="265176" cy="228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6" name="Element 116"/>
          <p:cNvSpPr/>
          <p:nvPr/>
        </p:nvSpPr>
        <p:spPr>
          <a:xfrm>
            <a:off x="10771632" y="5010912"/>
            <a:ext cx="265176" cy="109728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7" name="Linia 117"/>
          <p:cNvCxnSpPr/>
          <p:nvPr/>
        </p:nvCxnSpPr>
        <p:spPr>
          <a:xfrm>
            <a:off x="6016752" y="5120640"/>
            <a:ext cx="5111496" cy="0"/>
          </a:xfrm>
          <a:prstGeom prst="line">
            <a:avLst/>
          </a:prstGeom>
          <a:ln w="19050">
            <a:solidFill>
              <a:srgbClr val="404040"/>
            </a:solidFill>
          </a:ln>
        </p:spPr>
      </p:cxnSp>
      <p:sp>
        <p:nvSpPr>
          <p:cNvPr id="118" name="Element 118"/>
          <p:cNvSpPr/>
          <p:nvPr/>
        </p:nvSpPr>
        <p:spPr>
          <a:xfrm>
            <a:off x="6108192" y="5257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cienie</a:t>
            </a:r>
          </a:p>
        </p:txBody>
      </p:sp>
      <p:sp>
        <p:nvSpPr>
          <p:cNvPr id="119" name="Element 119"/>
          <p:cNvSpPr/>
          <p:nvPr/>
        </p:nvSpPr>
        <p:spPr>
          <a:xfrm>
            <a:off x="7863840" y="52578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półtony</a:t>
            </a:r>
          </a:p>
        </p:txBody>
      </p:sp>
      <p:sp>
        <p:nvSpPr>
          <p:cNvPr id="120" name="Element 120"/>
          <p:cNvSpPr/>
          <p:nvPr/>
        </p:nvSpPr>
        <p:spPr>
          <a:xfrm>
            <a:off x="9710928" y="5257800"/>
            <a:ext cx="13716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8A8A8A"/>
                </a:solidFill>
                <a:latin typeface="+mn-lt"/>
              </a:rPr>
              <a:t>światła</a:t>
            </a:r>
          </a:p>
        </p:txBody>
      </p:sp>
      <p:sp>
        <p:nvSpPr>
          <p:cNvPr id="121" name="Element 121"/>
          <p:cNvSpPr/>
          <p:nvPr/>
        </p:nvSpPr>
        <p:spPr>
          <a:xfrm>
            <a:off x="6108192" y="1463040"/>
            <a:ext cx="4974336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histogram</a:t>
            </a:r>
          </a:p>
        </p:txBody>
      </p:sp>
    </p:spTree>
    <p:extLst>
      <p:ext uri="{BB962C8B-B14F-4D97-AF65-F5344CB8AC3E}">
        <p14:creationId xmlns:p14="http://schemas.microsoft.com/office/powerpoint/2010/main" val="393007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6670CDA1-D44E-0080-E809-50E0C3C1D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Rodzaje światła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C37B9EE7-3AD2-F740-CB47-739E875EB1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Naturalne / sztuczne</a:t>
            </a:r>
          </a:p>
          <a:p>
            <a:r>
              <a:rPr lang="pl-PL" dirty="0"/>
              <a:t>Ciągłe / błyskowe</a:t>
            </a:r>
          </a:p>
          <a:p>
            <a:r>
              <a:rPr lang="pl-PL" dirty="0"/>
              <a:t>Miękkie / twarde</a:t>
            </a:r>
          </a:p>
          <a:p>
            <a:r>
              <a:rPr lang="pl-PL" dirty="0"/>
              <a:t>Ciepłe / zimne</a:t>
            </a:r>
          </a:p>
          <a:p>
            <a:r>
              <a:rPr lang="pl-PL" dirty="0"/>
              <a:t>CRI wpływa na kolor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E62F908B-71C4-0F83-AFE4-01AED17B6D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E3558B40-751E-999E-2493-56F9BBC28A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7</a:t>
            </a:fld>
            <a:endParaRPr lang="pl-PL" noProof="0"/>
          </a:p>
        </p:txBody>
      </p:sp>
      <p:sp>
        <p:nvSpPr>
          <p:cNvPr id="101" name="Gradient 101"/>
          <p:cNvSpPr/>
          <p:nvPr/>
        </p:nvSpPr>
        <p:spPr>
          <a:xfrm>
            <a:off x="6126480" y="3017520"/>
            <a:ext cx="5120640" cy="640080"/>
          </a:xfrm>
          <a:prstGeom prst="rect">
            <a:avLst/>
          </a:prstGeom>
          <a:gradFill>
            <a:gsLst>
              <a:gs pos="0">
                <a:srgbClr val="FFB36B"/>
              </a:gs>
              <a:gs pos="100000">
                <a:srgbClr val="CFE0F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126480" y="23774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0" dirty="0">
                <a:solidFill>
                  <a:srgbClr val="404040"/>
                </a:solidFill>
                <a:latin typeface="+mn-lt"/>
              </a:rPr>
              <a:t>ciepłe</a:t>
            </a:r>
          </a:p>
        </p:txBody>
      </p:sp>
      <p:sp>
        <p:nvSpPr>
          <p:cNvPr id="103" name="Element 103"/>
          <p:cNvSpPr/>
          <p:nvPr/>
        </p:nvSpPr>
        <p:spPr>
          <a:xfrm>
            <a:off x="8961120" y="23774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800" b="0" dirty="0">
                <a:solidFill>
                  <a:srgbClr val="404040"/>
                </a:solidFill>
                <a:latin typeface="+mn-lt"/>
              </a:rPr>
              <a:t>zimne</a:t>
            </a:r>
          </a:p>
        </p:txBody>
      </p:sp>
      <p:sp>
        <p:nvSpPr>
          <p:cNvPr id="104" name="Element 104"/>
          <p:cNvSpPr/>
          <p:nvPr/>
        </p:nvSpPr>
        <p:spPr>
          <a:xfrm>
            <a:off x="6126480" y="37947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ok. 2700 K</a:t>
            </a:r>
          </a:p>
        </p:txBody>
      </p:sp>
      <p:sp>
        <p:nvSpPr>
          <p:cNvPr id="105" name="Element 105"/>
          <p:cNvSpPr/>
          <p:nvPr/>
        </p:nvSpPr>
        <p:spPr>
          <a:xfrm>
            <a:off x="8961120" y="379476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8A8A8A"/>
                </a:solidFill>
                <a:latin typeface="+mn-lt"/>
              </a:rPr>
              <a:t>ok. 6500 K</a:t>
            </a:r>
          </a:p>
        </p:txBody>
      </p:sp>
      <p:sp>
        <p:nvSpPr>
          <p:cNvPr id="106" name="Element 106"/>
          <p:cNvSpPr/>
          <p:nvPr/>
        </p:nvSpPr>
        <p:spPr>
          <a:xfrm>
            <a:off x="6126480" y="4663440"/>
            <a:ext cx="512064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temperatura barwowa światła</a:t>
            </a:r>
          </a:p>
        </p:txBody>
      </p:sp>
    </p:spTree>
    <p:extLst>
      <p:ext uri="{BB962C8B-B14F-4D97-AF65-F5344CB8AC3E}">
        <p14:creationId xmlns:p14="http://schemas.microsoft.com/office/powerpoint/2010/main" val="33169993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F3143-473E-9B5B-268D-828C710DEF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Kierunek światła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31A9DA-6949-F5CE-E78D-B3E23098F7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Front light</a:t>
            </a:r>
          </a:p>
          <a:p>
            <a:r>
              <a:rPr lang="pl-PL" dirty="0"/>
              <a:t>Side light</a:t>
            </a:r>
          </a:p>
          <a:p>
            <a:r>
              <a:rPr lang="pl-PL" dirty="0"/>
              <a:t>Back light</a:t>
            </a:r>
          </a:p>
          <a:p>
            <a:r>
              <a:rPr lang="pl-PL" dirty="0"/>
              <a:t>Top light</a:t>
            </a:r>
          </a:p>
          <a:p>
            <a:r>
              <a:rPr lang="pl-PL" dirty="0"/>
              <a:t>Counter light</a:t>
            </a:r>
          </a:p>
          <a:p>
            <a:r>
              <a:rPr lang="pl-PL" dirty="0"/>
              <a:t>Kierunek zmienia kształt twarzy i produktu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33F3A9-662C-766C-786D-4A14AF2D0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92EB6F-C972-AAE5-A329-D1C00FB1AC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8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cxnSp>
        <p:nvCxnSpPr>
          <p:cNvPr id="104" name="Linia 104"/>
          <p:cNvCxnSpPr/>
          <p:nvPr/>
        </p:nvCxnSpPr>
        <p:spPr>
          <a:xfrm>
            <a:off x="8595360" y="3886200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8394192" y="501091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7498080" y="54864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Front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9052560" y="3429000"/>
            <a:ext cx="1124712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10177272" y="32278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652760" y="324612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Side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498080" y="1143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Back</a:t>
            </a:r>
          </a:p>
        </p:txBody>
      </p:sp>
      <p:cxnSp>
        <p:nvCxnSpPr>
          <p:cNvPr id="113" name="Linia 113"/>
          <p:cNvCxnSpPr/>
          <p:nvPr/>
        </p:nvCxnSpPr>
        <p:spPr>
          <a:xfrm>
            <a:off x="7476779" y="231041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4" name="Element 114"/>
          <p:cNvSpPr/>
          <p:nvPr/>
        </p:nvSpPr>
        <p:spPr>
          <a:xfrm>
            <a:off x="7133364" y="1967004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5871492" y="16652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404040"/>
                </a:solidFill>
                <a:latin typeface="+mn-lt"/>
              </a:rPr>
              <a:t>Counter</a:t>
            </a:r>
          </a:p>
        </p:txBody>
      </p:sp>
      <p:cxnSp>
        <p:nvCxnSpPr>
          <p:cNvPr id="116" name="Linia 116"/>
          <p:cNvCxnSpPr/>
          <p:nvPr/>
        </p:nvCxnSpPr>
        <p:spPr>
          <a:xfrm flipV="1">
            <a:off x="8918649" y="231041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7" name="Element 117"/>
          <p:cNvSpPr/>
          <p:nvPr/>
        </p:nvSpPr>
        <p:spPr>
          <a:xfrm>
            <a:off x="9655020" y="1967004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10130508" y="1665252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Top (z góry)</a:t>
            </a:r>
          </a:p>
        </p:txBody>
      </p:sp>
      <p:sp>
        <p:nvSpPr>
          <p:cNvPr id="119" name="Element 119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27774224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D93989-54C2-F8C8-8681-BB49B423AC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Soft light i hard light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808A3E-8778-5306-9407-265716FDA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Soft — softbox, parasolka</a:t>
            </a:r>
          </a:p>
          <a:p>
            <a:r>
              <a:rPr lang="pl-PL" dirty="0"/>
              <a:t>Hard — reflektor, gobo</a:t>
            </a:r>
          </a:p>
          <a:p>
            <a:r>
              <a:rPr lang="pl-PL" dirty="0"/>
              <a:t>Miękkie przejścia vs mocne cienie</a:t>
            </a:r>
          </a:p>
          <a:p>
            <a:r>
              <a:rPr lang="pl-PL" dirty="0"/>
              <a:t>Światło dobieramy do celu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60976D2-A506-5919-AA10-4B60A654F0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BB4AB93-C763-BF4E-595A-F61FDAEB0A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9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20116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46520" y="3714750"/>
            <a:ext cx="2103120" cy="525780"/>
          </a:xfrm>
          <a:prstGeom prst="ellipse">
            <a:avLst/>
          </a:prstGeom>
          <a:solidFill>
            <a:srgbClr val="404040">
              <a:alpha val="1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629400" y="3760470"/>
            <a:ext cx="1737360" cy="434340"/>
          </a:xfrm>
          <a:prstGeom prst="ellipse">
            <a:avLst/>
          </a:prstGeom>
          <a:solidFill>
            <a:srgbClr val="404040">
              <a:alpha val="22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812280" y="3806190"/>
            <a:ext cx="1371600" cy="342900"/>
          </a:xfrm>
          <a:prstGeom prst="ellipse">
            <a:avLst/>
          </a:prstGeom>
          <a:solidFill>
            <a:srgbClr val="404040">
              <a:alpha val="3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6126480" y="4663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SOFT</a:t>
            </a:r>
          </a:p>
        </p:txBody>
      </p:sp>
      <p:sp>
        <p:nvSpPr>
          <p:cNvPr id="106" name="Element 106"/>
          <p:cNvSpPr/>
          <p:nvPr/>
        </p:nvSpPr>
        <p:spPr>
          <a:xfrm>
            <a:off x="9326880" y="20116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646920" y="3803904"/>
            <a:ext cx="1371600" cy="347472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961120" y="4663440"/>
            <a:ext cx="219456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2000" b="1" dirty="0">
                <a:solidFill>
                  <a:srgbClr val="404040"/>
                </a:solidFill>
                <a:latin typeface="+mn-lt"/>
              </a:rPr>
              <a:t>HARD</a:t>
            </a:r>
          </a:p>
        </p:txBody>
      </p:sp>
    </p:spTree>
    <p:extLst>
      <p:ext uri="{BB962C8B-B14F-4D97-AF65-F5344CB8AC3E}">
        <p14:creationId xmlns:p14="http://schemas.microsoft.com/office/powerpoint/2010/main" val="2492642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D8F5C-3571-4B6D-27AA-DD6322DA9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Modyfikatory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486607-DB87-6250-A859-D5F6E12A82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b="1" dirty="0"/>
              <a:t>Zmiękczające</a:t>
            </a:r>
          </a:p>
          <a:p>
            <a:r>
              <a:rPr lang="pl-PL" dirty="0"/>
              <a:t>Softboxy, lanterny, octy</a:t>
            </a:r>
          </a:p>
          <a:p>
            <a:r>
              <a:rPr lang="pl-PL" b="1" dirty="0"/>
              <a:t>Kierunkowe</a:t>
            </a:r>
          </a:p>
          <a:p>
            <a:r>
              <a:rPr lang="pl-PL" dirty="0"/>
              <a:t>Fresnel, spotlight, strumienica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F5E9E48-3888-6E57-E112-751C5C2581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AA0D6DC-0863-D15B-C760-DB49A23B4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10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 rot="16200000">
            <a:off x="6217920" y="2331720"/>
            <a:ext cx="1463040" cy="1005840"/>
          </a:xfrm>
          <a:prstGeom prst="trapezoid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cxnSp>
        <p:nvCxnSpPr>
          <p:cNvPr id="102" name="Linia 102"/>
          <p:cNvCxnSpPr/>
          <p:nvPr/>
        </p:nvCxnSpPr>
        <p:spPr>
          <a:xfrm flipV="1">
            <a:off x="7498080" y="1828800"/>
            <a:ext cx="1554480" cy="653796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3" name="Linia 103"/>
          <p:cNvCxnSpPr/>
          <p:nvPr/>
        </p:nvCxnSpPr>
        <p:spPr>
          <a:xfrm flipV="1">
            <a:off x="7498080" y="2377440"/>
            <a:ext cx="1554480" cy="29718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>
            <a:off x="7498080" y="2834640"/>
            <a:ext cx="1554480" cy="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5" name="Linia 105"/>
          <p:cNvCxnSpPr/>
          <p:nvPr/>
        </p:nvCxnSpPr>
        <p:spPr>
          <a:xfrm>
            <a:off x="7498080" y="2994660"/>
            <a:ext cx="1554480" cy="29718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cxnSp>
        <p:nvCxnSpPr>
          <p:cNvPr id="106" name="Linia 106"/>
          <p:cNvCxnSpPr/>
          <p:nvPr/>
        </p:nvCxnSpPr>
        <p:spPr>
          <a:xfrm>
            <a:off x="7498080" y="3186684"/>
            <a:ext cx="1554480" cy="653796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sp>
        <p:nvSpPr>
          <p:cNvPr id="107" name="Element 107"/>
          <p:cNvSpPr/>
          <p:nvPr/>
        </p:nvSpPr>
        <p:spPr>
          <a:xfrm>
            <a:off x="6217920" y="4114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softbox, oct</a:t>
            </a:r>
          </a:p>
        </p:txBody>
      </p:sp>
      <p:sp>
        <p:nvSpPr>
          <p:cNvPr id="108" name="Element 108"/>
          <p:cNvSpPr/>
          <p:nvPr/>
        </p:nvSpPr>
        <p:spPr>
          <a:xfrm>
            <a:off x="9400032" y="2633472"/>
            <a:ext cx="402336" cy="402336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9" name="Linia 109"/>
          <p:cNvCxnSpPr/>
          <p:nvPr/>
        </p:nvCxnSpPr>
        <p:spPr>
          <a:xfrm flipV="1">
            <a:off x="9784080" y="2560320"/>
            <a:ext cx="1737360" cy="18288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10" name="Linia 110"/>
          <p:cNvCxnSpPr/>
          <p:nvPr/>
        </p:nvCxnSpPr>
        <p:spPr>
          <a:xfrm>
            <a:off x="9784080" y="2926080"/>
            <a:ext cx="1737360" cy="18288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9144000" y="411480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fresnel, spot</a:t>
            </a:r>
          </a:p>
        </p:txBody>
      </p:sp>
      <p:sp>
        <p:nvSpPr>
          <p:cNvPr id="112" name="Element 112"/>
          <p:cNvSpPr/>
          <p:nvPr/>
        </p:nvSpPr>
        <p:spPr>
          <a:xfrm>
            <a:off x="6217920" y="14630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miękko</a:t>
            </a:r>
          </a:p>
        </p:txBody>
      </p:sp>
      <p:sp>
        <p:nvSpPr>
          <p:cNvPr id="113" name="Element 113"/>
          <p:cNvSpPr/>
          <p:nvPr/>
        </p:nvSpPr>
        <p:spPr>
          <a:xfrm>
            <a:off x="9144000" y="146304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800" b="1" dirty="0">
                <a:solidFill>
                  <a:srgbClr val="404040"/>
                </a:solidFill>
                <a:latin typeface="+mn-lt"/>
              </a:rPr>
              <a:t>kierunkowo</a:t>
            </a:r>
          </a:p>
        </p:txBody>
      </p:sp>
    </p:spTree>
    <p:extLst>
      <p:ext uri="{BB962C8B-B14F-4D97-AF65-F5344CB8AC3E}">
        <p14:creationId xmlns:p14="http://schemas.microsoft.com/office/powerpoint/2010/main" val="36745342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588E3C-43D5-EE75-B533-7AB61B92E6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Blenda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E9C4CC-D103-A5A6-F908-511676C3DE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Biała — delikatne odbicie</a:t>
            </a:r>
          </a:p>
          <a:p>
            <a:r>
              <a:rPr lang="pl-PL" dirty="0"/>
              <a:t>Srebrna — mocniejsze odbicie</a:t>
            </a:r>
          </a:p>
          <a:p>
            <a:r>
              <a:rPr lang="pl-PL" dirty="0"/>
              <a:t>Złota — cieplejszy efekt</a:t>
            </a:r>
          </a:p>
          <a:p>
            <a:r>
              <a:rPr lang="pl-PL" dirty="0"/>
              <a:t>Blenda działa jako fill light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08FF6F-ABE8-26F2-7F71-2943F44206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C5AD85E-EAA7-43D1-3ED7-A9489E3BAF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11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2468880"/>
            <a:ext cx="1463040" cy="1463040"/>
          </a:xfrm>
          <a:prstGeom prst="ellipse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00800" y="42062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404040"/>
                </a:solidFill>
                <a:latin typeface="+mn-lt"/>
              </a:rPr>
              <a:t>biała</a:t>
            </a:r>
          </a:p>
        </p:txBody>
      </p:sp>
      <p:sp>
        <p:nvSpPr>
          <p:cNvPr id="103" name="Element 103"/>
          <p:cNvSpPr/>
          <p:nvPr/>
        </p:nvSpPr>
        <p:spPr>
          <a:xfrm>
            <a:off x="8321040" y="2468880"/>
            <a:ext cx="1463040" cy="1463040"/>
          </a:xfrm>
          <a:prstGeom prst="ellipse">
            <a:avLst/>
          </a:prstGeom>
          <a:solidFill>
            <a:srgbClr val="C9CDD2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8229600" y="42062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404040"/>
                </a:solidFill>
                <a:latin typeface="+mn-lt"/>
              </a:rPr>
              <a:t>srebrna</a:t>
            </a:r>
          </a:p>
        </p:txBody>
      </p:sp>
      <p:sp>
        <p:nvSpPr>
          <p:cNvPr id="105" name="Element 105"/>
          <p:cNvSpPr/>
          <p:nvPr/>
        </p:nvSpPr>
        <p:spPr>
          <a:xfrm>
            <a:off x="10149840" y="2468880"/>
            <a:ext cx="1463040" cy="1463040"/>
          </a:xfrm>
          <a:prstGeom prst="ellipse">
            <a:avLst/>
          </a:prstGeom>
          <a:solidFill>
            <a:srgbClr val="E8B84A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10058400" y="4206240"/>
            <a:ext cx="16459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800" b="0" dirty="0">
                <a:solidFill>
                  <a:srgbClr val="404040"/>
                </a:solidFill>
                <a:latin typeface="+mn-lt"/>
              </a:rPr>
              <a:t>złota</a:t>
            </a:r>
          </a:p>
        </p:txBody>
      </p:sp>
      <p:sp>
        <p:nvSpPr>
          <p:cNvPr id="107" name="Element 107"/>
          <p:cNvSpPr/>
          <p:nvPr/>
        </p:nvSpPr>
        <p:spPr>
          <a:xfrm>
            <a:off x="6400800" y="4937760"/>
            <a:ext cx="530352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coraz mocniejsze / cieplejsze odbicie</a:t>
            </a:r>
          </a:p>
        </p:txBody>
      </p:sp>
    </p:spTree>
    <p:extLst>
      <p:ext uri="{BB962C8B-B14F-4D97-AF65-F5344CB8AC3E}">
        <p14:creationId xmlns:p14="http://schemas.microsoft.com/office/powerpoint/2010/main" val="15087798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819116-1E94-BB68-20A0-43DB5D2EF4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Trzy źródła światła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38916B-0BB7-AB61-31ED-25DB612E80F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Key light — główne światło</a:t>
            </a:r>
          </a:p>
          <a:p>
            <a:r>
              <a:rPr lang="pl-PL" dirty="0"/>
              <a:t>Fill light — kontrola cieni</a:t>
            </a:r>
          </a:p>
          <a:p>
            <a:r>
              <a:rPr lang="pl-PL" dirty="0"/>
              <a:t>Rim / back / counter light — separacja od tła</a:t>
            </a:r>
          </a:p>
          <a:p>
            <a:r>
              <a:rPr lang="pl-PL" dirty="0"/>
              <a:t>Balans mocy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3D946B5-FA5E-ABDF-838F-0C9F9F192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CB70D42-E6C4-7C56-4CDA-87A9E31EE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12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cxnSp>
        <p:nvCxnSpPr>
          <p:cNvPr id="104" name="Linia 104"/>
          <p:cNvCxnSpPr/>
          <p:nvPr/>
        </p:nvCxnSpPr>
        <p:spPr>
          <a:xfrm flipV="1">
            <a:off x="7476779" y="375228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7060212" y="4415508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5871492" y="496414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0" dirty="0">
                <a:solidFill>
                  <a:srgbClr val="404040"/>
                </a:solidFill>
                <a:latin typeface="+mn-lt"/>
              </a:rPr>
              <a:t>Key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8918649" y="3752289"/>
            <a:ext cx="795291" cy="795291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9691596" y="4525236"/>
            <a:ext cx="329184" cy="32918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130508" y="4964148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Fill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498080" y="1143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Rim / back / counter</a:t>
            </a:r>
          </a:p>
        </p:txBody>
      </p:sp>
      <p:sp>
        <p:nvSpPr>
          <p:cNvPr id="113" name="Element 113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6316731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D9B74B-BCF9-74DD-59F5-DE82981A3E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Najczęstsze błędy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BE3872-89CF-01FA-8AF7-B426CD334D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Prześwietlenie</a:t>
            </a:r>
          </a:p>
          <a:p>
            <a:r>
              <a:rPr lang="pl-PL" dirty="0"/>
              <a:t>Niedoświetlenie</a:t>
            </a:r>
          </a:p>
          <a:p>
            <a:r>
              <a:rPr lang="pl-PL" dirty="0"/>
              <a:t>Zły balans bieli</a:t>
            </a:r>
          </a:p>
          <a:p>
            <a:r>
              <a:rPr lang="pl-PL" dirty="0"/>
              <a:t>Niepotrzebne odbicia</a:t>
            </a:r>
          </a:p>
          <a:p>
            <a:r>
              <a:rPr lang="pl-PL" dirty="0"/>
              <a:t>Bałagan w tle</a:t>
            </a:r>
          </a:p>
          <a:p>
            <a:r>
              <a:rPr lang="pl-PL" dirty="0"/>
              <a:t>Migotanie światła w wideo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4C72CD-79CB-93DA-2519-5E89D9121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F8C5C5-4DE5-1431-46B2-9942F962D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13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126480" y="2011680"/>
            <a:ext cx="1645920" cy="21031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263640" y="2286000"/>
            <a:ext cx="146304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437376" y="2560320"/>
            <a:ext cx="146304" cy="1371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611112" y="3017520"/>
            <a:ext cx="146304" cy="9144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6784848" y="3383280"/>
            <a:ext cx="146304" cy="5486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6958584" y="3611880"/>
            <a:ext cx="146304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7132320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7306056" y="3840480"/>
            <a:ext cx="146304" cy="91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479792" y="3886200"/>
            <a:ext cx="146304" cy="457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6126480" y="42519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za ciemno</a:t>
            </a:r>
          </a:p>
        </p:txBody>
      </p:sp>
      <p:sp>
        <p:nvSpPr>
          <p:cNvPr id="111" name="Element 111"/>
          <p:cNvSpPr/>
          <p:nvPr/>
        </p:nvSpPr>
        <p:spPr>
          <a:xfrm>
            <a:off x="7955280" y="2011680"/>
            <a:ext cx="1645920" cy="21031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8092440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3" name="Element 113"/>
          <p:cNvSpPr/>
          <p:nvPr/>
        </p:nvSpPr>
        <p:spPr>
          <a:xfrm>
            <a:off x="8266176" y="3474720"/>
            <a:ext cx="146304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8439912" y="3108960"/>
            <a:ext cx="146304" cy="8229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8613648" y="2651760"/>
            <a:ext cx="146304" cy="1280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6" name="Element 116"/>
          <p:cNvSpPr/>
          <p:nvPr/>
        </p:nvSpPr>
        <p:spPr>
          <a:xfrm>
            <a:off x="8787384" y="2651760"/>
            <a:ext cx="146304" cy="12801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7" name="Element 117"/>
          <p:cNvSpPr/>
          <p:nvPr/>
        </p:nvSpPr>
        <p:spPr>
          <a:xfrm>
            <a:off x="8961120" y="3108960"/>
            <a:ext cx="146304" cy="82296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9134856" y="3474720"/>
            <a:ext cx="146304" cy="4572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9" name="Element 119"/>
          <p:cNvSpPr/>
          <p:nvPr/>
        </p:nvSpPr>
        <p:spPr>
          <a:xfrm>
            <a:off x="9308592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0" name="Element 120"/>
          <p:cNvSpPr/>
          <p:nvPr/>
        </p:nvSpPr>
        <p:spPr>
          <a:xfrm>
            <a:off x="7955280" y="42519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OK</a:t>
            </a:r>
          </a:p>
        </p:txBody>
      </p:sp>
      <p:sp>
        <p:nvSpPr>
          <p:cNvPr id="121" name="Element 121"/>
          <p:cNvSpPr/>
          <p:nvPr/>
        </p:nvSpPr>
        <p:spPr>
          <a:xfrm>
            <a:off x="9784080" y="2011680"/>
            <a:ext cx="1645920" cy="210312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22" name="Element 122"/>
          <p:cNvSpPr/>
          <p:nvPr/>
        </p:nvSpPr>
        <p:spPr>
          <a:xfrm>
            <a:off x="9921240" y="3886200"/>
            <a:ext cx="146304" cy="457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3" name="Element 123"/>
          <p:cNvSpPr/>
          <p:nvPr/>
        </p:nvSpPr>
        <p:spPr>
          <a:xfrm>
            <a:off x="10094976" y="3840480"/>
            <a:ext cx="146304" cy="914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4" name="Element 124"/>
          <p:cNvSpPr/>
          <p:nvPr/>
        </p:nvSpPr>
        <p:spPr>
          <a:xfrm>
            <a:off x="10268712" y="3749040"/>
            <a:ext cx="146304" cy="18288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5" name="Element 125"/>
          <p:cNvSpPr/>
          <p:nvPr/>
        </p:nvSpPr>
        <p:spPr>
          <a:xfrm>
            <a:off x="10442448" y="3611880"/>
            <a:ext cx="146304" cy="3200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6" name="Element 126"/>
          <p:cNvSpPr/>
          <p:nvPr/>
        </p:nvSpPr>
        <p:spPr>
          <a:xfrm>
            <a:off x="10616184" y="3383280"/>
            <a:ext cx="146304" cy="54864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7" name="Element 127"/>
          <p:cNvSpPr/>
          <p:nvPr/>
        </p:nvSpPr>
        <p:spPr>
          <a:xfrm>
            <a:off x="10789920" y="3017520"/>
            <a:ext cx="146304" cy="9144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8" name="Element 128"/>
          <p:cNvSpPr/>
          <p:nvPr/>
        </p:nvSpPr>
        <p:spPr>
          <a:xfrm>
            <a:off x="10963656" y="2560320"/>
            <a:ext cx="146304" cy="137160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9" name="Element 129"/>
          <p:cNvSpPr/>
          <p:nvPr/>
        </p:nvSpPr>
        <p:spPr>
          <a:xfrm>
            <a:off x="11137392" y="2286000"/>
            <a:ext cx="146304" cy="16459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30" name="Element 130"/>
          <p:cNvSpPr/>
          <p:nvPr/>
        </p:nvSpPr>
        <p:spPr>
          <a:xfrm>
            <a:off x="9784080" y="42519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za jasno</a:t>
            </a:r>
          </a:p>
        </p:txBody>
      </p:sp>
      <p:sp>
        <p:nvSpPr>
          <p:cNvPr id="131" name="Element 131"/>
          <p:cNvSpPr/>
          <p:nvPr/>
        </p:nvSpPr>
        <p:spPr>
          <a:xfrm>
            <a:off x="6126480" y="4846320"/>
            <a:ext cx="53035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histogram: zły i dobry rozkład</a:t>
            </a:r>
          </a:p>
        </p:txBody>
      </p:sp>
    </p:spTree>
    <p:extLst>
      <p:ext uri="{BB962C8B-B14F-4D97-AF65-F5344CB8AC3E}">
        <p14:creationId xmlns:p14="http://schemas.microsoft.com/office/powerpoint/2010/main" val="13222174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68B15-B057-BAB7-1BF0-F88D5D66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Praca z modelem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997FA0-7E4C-86E8-D400-36CACE0D5E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Kierunek ciała</a:t>
            </a:r>
          </a:p>
          <a:p>
            <a:r>
              <a:rPr lang="pl-PL" dirty="0"/>
              <a:t>Ułożenie głowy</a:t>
            </a:r>
          </a:p>
          <a:p>
            <a:r>
              <a:rPr lang="pl-PL" dirty="0"/>
              <a:t>Wzrok</a:t>
            </a:r>
          </a:p>
          <a:p>
            <a:r>
              <a:rPr lang="pl-PL" dirty="0"/>
              <a:t>Dłonie</a:t>
            </a:r>
          </a:p>
          <a:p>
            <a:r>
              <a:rPr lang="pl-PL" dirty="0"/>
              <a:t>Jasne komunikaty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3D5B169-FCDA-574B-450D-54635396B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3BC4D1C-7493-C852-3A6C-0E96CFD57A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14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 rot="-2100000">
            <a:off x="7406640" y="2697480"/>
            <a:ext cx="2377440" cy="640080"/>
          </a:xfrm>
          <a:prstGeom prst="ellipse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321040" y="274320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 rot="10800000">
            <a:off x="8485632" y="3246120"/>
            <a:ext cx="237744" cy="274320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8183880" y="5029200"/>
            <a:ext cx="82296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cxnSp>
        <p:nvCxnSpPr>
          <p:cNvPr id="105" name="Linia 105"/>
          <p:cNvCxnSpPr/>
          <p:nvPr/>
        </p:nvCxnSpPr>
        <p:spPr>
          <a:xfrm>
            <a:off x="8595360" y="3566160"/>
            <a:ext cx="0" cy="1463040"/>
          </a:xfrm>
          <a:prstGeom prst="line">
            <a:avLst/>
          </a:prstGeom>
          <a:ln w="19050">
            <a:solidFill>
              <a:srgbClr val="E3B18D"/>
            </a:solidFill>
            <a:prstDash val="dash"/>
          </a:ln>
        </p:spPr>
      </p:cxnSp>
      <p:sp>
        <p:nvSpPr>
          <p:cNvPr id="106" name="Element 106"/>
          <p:cNvSpPr/>
          <p:nvPr/>
        </p:nvSpPr>
        <p:spPr>
          <a:xfrm>
            <a:off x="8778240" y="411480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oś kamery</a:t>
            </a:r>
          </a:p>
        </p:txBody>
      </p:sp>
      <p:cxnSp>
        <p:nvCxnSpPr>
          <p:cNvPr id="107" name="Linia 107"/>
          <p:cNvCxnSpPr/>
          <p:nvPr/>
        </p:nvCxnSpPr>
        <p:spPr>
          <a:xfrm flipV="1">
            <a:off x="9573768" y="2011680"/>
            <a:ext cx="484632" cy="320040"/>
          </a:xfrm>
          <a:prstGeom prst="line">
            <a:avLst/>
          </a:prstGeom>
          <a:ln w="12700">
            <a:solidFill>
              <a:srgbClr val="8A8A8A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10104120" y="182880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linia barków</a:t>
            </a:r>
          </a:p>
        </p:txBody>
      </p:sp>
      <p:cxnSp>
        <p:nvCxnSpPr>
          <p:cNvPr id="109" name="Linia 109"/>
          <p:cNvCxnSpPr/>
          <p:nvPr/>
        </p:nvCxnSpPr>
        <p:spPr>
          <a:xfrm>
            <a:off x="8869680" y="2880360"/>
            <a:ext cx="1188720" cy="0"/>
          </a:xfrm>
          <a:prstGeom prst="line">
            <a:avLst/>
          </a:prstGeom>
          <a:ln w="12700">
            <a:solidFill>
              <a:srgbClr val="8A8A8A"/>
            </a:solidFill>
          </a:ln>
        </p:spPr>
      </p:cxnSp>
      <p:sp>
        <p:nvSpPr>
          <p:cNvPr id="110" name="Element 110"/>
          <p:cNvSpPr/>
          <p:nvPr/>
        </p:nvSpPr>
        <p:spPr>
          <a:xfrm>
            <a:off x="10104120" y="269748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głowa i wzrok</a:t>
            </a:r>
          </a:p>
        </p:txBody>
      </p:sp>
      <p:sp>
        <p:nvSpPr>
          <p:cNvPr id="111" name="Element 111"/>
          <p:cNvSpPr/>
          <p:nvPr/>
        </p:nvSpPr>
        <p:spPr>
          <a:xfrm>
            <a:off x="6309360" y="146304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widok z góry: ciało lekko skręcone do kamery</a:t>
            </a:r>
          </a:p>
        </p:txBody>
      </p:sp>
    </p:spTree>
    <p:extLst>
      <p:ext uri="{BB962C8B-B14F-4D97-AF65-F5344CB8AC3E}">
        <p14:creationId xmlns:p14="http://schemas.microsoft.com/office/powerpoint/2010/main" val="19267858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6EFAF-E81A-21EF-DB2E-8CA6CB7D1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Kontrast i negative fill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C5933E-34F2-FA99-98AF-A95F6B6C0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Kontrolowane zabieranie światła</a:t>
            </a:r>
          </a:p>
          <a:p>
            <a:r>
              <a:rPr lang="pl-PL" dirty="0"/>
              <a:t>Flagi, negatywy, flopy</a:t>
            </a:r>
          </a:p>
          <a:p>
            <a:r>
              <a:rPr lang="pl-PL" dirty="0"/>
              <a:t>Dostosowanie kontrastu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18F6A0-E188-77C0-388E-DB8F74C8B9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5D58810-057A-1CC9-B688-B90B3DF87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15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8046720" y="2880360"/>
            <a:ext cx="1097280" cy="109728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046720" y="324612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model</a:t>
            </a:r>
          </a:p>
        </p:txBody>
      </p:sp>
      <p:sp>
        <p:nvSpPr>
          <p:cNvPr id="103" name="Element 103"/>
          <p:cNvSpPr/>
          <p:nvPr/>
        </p:nvSpPr>
        <p:spPr>
          <a:xfrm>
            <a:off x="5943600" y="315468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5577840" y="384048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światło</a:t>
            </a:r>
          </a:p>
        </p:txBody>
      </p:sp>
      <p:cxnSp>
        <p:nvCxnSpPr>
          <p:cNvPr id="105" name="Linia 105"/>
          <p:cNvCxnSpPr/>
          <p:nvPr/>
        </p:nvCxnSpPr>
        <p:spPr>
          <a:xfrm>
            <a:off x="6492240" y="3429000"/>
            <a:ext cx="1463040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6" name="Element 106"/>
          <p:cNvSpPr/>
          <p:nvPr/>
        </p:nvSpPr>
        <p:spPr>
          <a:xfrm>
            <a:off x="10332720" y="2423160"/>
            <a:ext cx="201168" cy="201168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784080" y="457200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flaga</a:t>
            </a:r>
          </a:p>
        </p:txBody>
      </p:sp>
      <p:cxnSp>
        <p:nvCxnSpPr>
          <p:cNvPr id="108" name="Linia 108"/>
          <p:cNvCxnSpPr/>
          <p:nvPr/>
        </p:nvCxnSpPr>
        <p:spPr>
          <a:xfrm>
            <a:off x="9235440" y="3429000"/>
            <a:ext cx="1051560" cy="0"/>
          </a:xfrm>
          <a:prstGeom prst="line">
            <a:avLst/>
          </a:prstGeom>
          <a:ln w="15875">
            <a:solidFill>
              <a:srgbClr val="8A8A8A"/>
            </a:solidFill>
            <a:prstDash val="dash"/>
          </a:ln>
        </p:spPr>
      </p:cxnSp>
      <p:sp>
        <p:nvSpPr>
          <p:cNvPr id="109" name="Element 109"/>
          <p:cNvSpPr/>
          <p:nvPr/>
        </p:nvSpPr>
        <p:spPr>
          <a:xfrm>
            <a:off x="6309360" y="1463040"/>
            <a:ext cx="4572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flaga zabiera światło po drugiej stronie</a:t>
            </a:r>
          </a:p>
        </p:txBody>
      </p:sp>
    </p:spTree>
    <p:extLst>
      <p:ext uri="{BB962C8B-B14F-4D97-AF65-F5344CB8AC3E}">
        <p14:creationId xmlns:p14="http://schemas.microsoft.com/office/powerpoint/2010/main" val="27139173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FD8E41-4415-8D7A-9E3F-66AF8B001B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Jedna osoba i dwie osoby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5ED88-EB13-0728-02A4-809548A8C6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Odległość od źródła</a:t>
            </a:r>
          </a:p>
          <a:p>
            <a:r>
              <a:rPr lang="pl-PL" dirty="0"/>
              <a:t>Wielkość źródła</a:t>
            </a:r>
          </a:p>
          <a:p>
            <a:r>
              <a:rPr lang="pl-PL" dirty="0"/>
              <a:t>Pozycja względem osi</a:t>
            </a:r>
          </a:p>
          <a:p>
            <a:r>
              <a:rPr lang="pl-PL" dirty="0"/>
              <a:t>Kontrola cieni na obu twarzach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1BD0FD-0506-842F-5A90-FCDE95EF0E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FCFE14-3D87-7884-4FE8-0449C13B9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16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949440" y="2433008"/>
            <a:ext cx="156678" cy="10970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2" name="Linia 102"/>
          <p:cNvCxnSpPr/>
          <p:nvPr/>
        </p:nvCxnSpPr>
        <p:spPr>
          <a:xfrm>
            <a:off x="7106118" y="2542715"/>
            <a:ext cx="135247" cy="13524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3" name="Linia 103"/>
          <p:cNvCxnSpPr/>
          <p:nvPr/>
        </p:nvCxnSpPr>
        <p:spPr>
          <a:xfrm>
            <a:off x="7241365" y="2677962"/>
            <a:ext cx="109707" cy="15667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>
            <a:off x="7351072" y="2834640"/>
            <a:ext cx="80834" cy="17334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5" name="Linia 105"/>
          <p:cNvCxnSpPr/>
          <p:nvPr/>
        </p:nvCxnSpPr>
        <p:spPr>
          <a:xfrm>
            <a:off x="7431906" y="3007988"/>
            <a:ext cx="49504" cy="18475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6" name="Linia 106"/>
          <p:cNvCxnSpPr/>
          <p:nvPr/>
        </p:nvCxnSpPr>
        <p:spPr>
          <a:xfrm>
            <a:off x="7481410" y="3192739"/>
            <a:ext cx="16670" cy="19054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7" name="Linia 107"/>
          <p:cNvCxnSpPr/>
          <p:nvPr/>
        </p:nvCxnSpPr>
        <p:spPr>
          <a:xfrm flipV="1">
            <a:off x="7481410" y="3383280"/>
            <a:ext cx="16670" cy="19054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8" name="Linia 108"/>
          <p:cNvCxnSpPr/>
          <p:nvPr/>
        </p:nvCxnSpPr>
        <p:spPr>
          <a:xfrm flipV="1">
            <a:off x="7431906" y="3573821"/>
            <a:ext cx="49504" cy="18475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9" name="Linia 109"/>
          <p:cNvCxnSpPr/>
          <p:nvPr/>
        </p:nvCxnSpPr>
        <p:spPr>
          <a:xfrm flipV="1">
            <a:off x="7351072" y="3758572"/>
            <a:ext cx="80834" cy="17334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0" name="Linia 110"/>
          <p:cNvCxnSpPr/>
          <p:nvPr/>
        </p:nvCxnSpPr>
        <p:spPr>
          <a:xfrm flipV="1">
            <a:off x="7241365" y="3931920"/>
            <a:ext cx="109707" cy="15667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1" name="Linia 111"/>
          <p:cNvCxnSpPr/>
          <p:nvPr/>
        </p:nvCxnSpPr>
        <p:spPr>
          <a:xfrm flipV="1">
            <a:off x="7106118" y="4088598"/>
            <a:ext cx="135247" cy="13524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2" name="Linia 112"/>
          <p:cNvCxnSpPr/>
          <p:nvPr/>
        </p:nvCxnSpPr>
        <p:spPr>
          <a:xfrm flipV="1">
            <a:off x="6949440" y="4223845"/>
            <a:ext cx="156678" cy="109707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3" name="Linia 113"/>
          <p:cNvCxnSpPr/>
          <p:nvPr/>
        </p:nvCxnSpPr>
        <p:spPr>
          <a:xfrm>
            <a:off x="7406640" y="1641114"/>
            <a:ext cx="287243" cy="20113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4" name="Linia 114"/>
          <p:cNvCxnSpPr/>
          <p:nvPr/>
        </p:nvCxnSpPr>
        <p:spPr>
          <a:xfrm>
            <a:off x="7693883" y="1842244"/>
            <a:ext cx="247953" cy="24795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5" name="Linia 115"/>
          <p:cNvCxnSpPr/>
          <p:nvPr/>
        </p:nvCxnSpPr>
        <p:spPr>
          <a:xfrm>
            <a:off x="7941836" y="2090197"/>
            <a:ext cx="201130" cy="28724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6" name="Linia 116"/>
          <p:cNvCxnSpPr/>
          <p:nvPr/>
        </p:nvCxnSpPr>
        <p:spPr>
          <a:xfrm>
            <a:off x="8142966" y="2377440"/>
            <a:ext cx="148195" cy="31780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7" name="Linia 117"/>
          <p:cNvCxnSpPr/>
          <p:nvPr/>
        </p:nvCxnSpPr>
        <p:spPr>
          <a:xfrm>
            <a:off x="8291161" y="2695245"/>
            <a:ext cx="90757" cy="33871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8" name="Linia 118"/>
          <p:cNvCxnSpPr/>
          <p:nvPr/>
        </p:nvCxnSpPr>
        <p:spPr>
          <a:xfrm>
            <a:off x="8381918" y="3033955"/>
            <a:ext cx="30562" cy="34932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9" name="Linia 119"/>
          <p:cNvCxnSpPr/>
          <p:nvPr/>
        </p:nvCxnSpPr>
        <p:spPr>
          <a:xfrm flipV="1">
            <a:off x="8381918" y="3383280"/>
            <a:ext cx="30562" cy="34932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0" name="Linia 120"/>
          <p:cNvCxnSpPr/>
          <p:nvPr/>
        </p:nvCxnSpPr>
        <p:spPr>
          <a:xfrm flipV="1">
            <a:off x="8291161" y="3732605"/>
            <a:ext cx="90757" cy="338711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1" name="Linia 121"/>
          <p:cNvCxnSpPr/>
          <p:nvPr/>
        </p:nvCxnSpPr>
        <p:spPr>
          <a:xfrm flipV="1">
            <a:off x="8142966" y="4071315"/>
            <a:ext cx="148195" cy="317805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2" name="Linia 122"/>
          <p:cNvCxnSpPr/>
          <p:nvPr/>
        </p:nvCxnSpPr>
        <p:spPr>
          <a:xfrm flipV="1">
            <a:off x="7941836" y="4389120"/>
            <a:ext cx="201130" cy="28724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3" name="Linia 123"/>
          <p:cNvCxnSpPr/>
          <p:nvPr/>
        </p:nvCxnSpPr>
        <p:spPr>
          <a:xfrm flipV="1">
            <a:off x="7693883" y="4676363"/>
            <a:ext cx="247953" cy="247953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4" name="Linia 124"/>
          <p:cNvCxnSpPr/>
          <p:nvPr/>
        </p:nvCxnSpPr>
        <p:spPr>
          <a:xfrm flipV="1">
            <a:off x="7406640" y="4924316"/>
            <a:ext cx="287243" cy="20113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5" name="Linia 125"/>
          <p:cNvCxnSpPr/>
          <p:nvPr/>
        </p:nvCxnSpPr>
        <p:spPr>
          <a:xfrm>
            <a:off x="7863840" y="849220"/>
            <a:ext cx="417808" cy="29255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6" name="Linia 126"/>
          <p:cNvCxnSpPr/>
          <p:nvPr/>
        </p:nvCxnSpPr>
        <p:spPr>
          <a:xfrm>
            <a:off x="8281648" y="1141773"/>
            <a:ext cx="360659" cy="360659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7" name="Linia 127"/>
          <p:cNvCxnSpPr/>
          <p:nvPr/>
        </p:nvCxnSpPr>
        <p:spPr>
          <a:xfrm>
            <a:off x="8642307" y="1502432"/>
            <a:ext cx="292552" cy="4178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8" name="Linia 128"/>
          <p:cNvCxnSpPr/>
          <p:nvPr/>
        </p:nvCxnSpPr>
        <p:spPr>
          <a:xfrm>
            <a:off x="8934860" y="1920240"/>
            <a:ext cx="215556" cy="46226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29" name="Linia 129"/>
          <p:cNvCxnSpPr/>
          <p:nvPr/>
        </p:nvCxnSpPr>
        <p:spPr>
          <a:xfrm>
            <a:off x="9150416" y="2382502"/>
            <a:ext cx="132010" cy="49267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0" name="Linia 130"/>
          <p:cNvCxnSpPr/>
          <p:nvPr/>
        </p:nvCxnSpPr>
        <p:spPr>
          <a:xfrm>
            <a:off x="9282426" y="2875172"/>
            <a:ext cx="44454" cy="5081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1" name="Linia 131"/>
          <p:cNvCxnSpPr/>
          <p:nvPr/>
        </p:nvCxnSpPr>
        <p:spPr>
          <a:xfrm flipV="1">
            <a:off x="9282426" y="3383280"/>
            <a:ext cx="44454" cy="5081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2" name="Linia 132"/>
          <p:cNvCxnSpPr/>
          <p:nvPr/>
        </p:nvCxnSpPr>
        <p:spPr>
          <a:xfrm flipV="1">
            <a:off x="9150416" y="3891388"/>
            <a:ext cx="132010" cy="49267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3" name="Linia 133"/>
          <p:cNvCxnSpPr/>
          <p:nvPr/>
        </p:nvCxnSpPr>
        <p:spPr>
          <a:xfrm flipV="1">
            <a:off x="8934860" y="4384058"/>
            <a:ext cx="215556" cy="46226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4" name="Linia 134"/>
          <p:cNvCxnSpPr/>
          <p:nvPr/>
        </p:nvCxnSpPr>
        <p:spPr>
          <a:xfrm flipV="1">
            <a:off x="8642307" y="4846320"/>
            <a:ext cx="292552" cy="417808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5" name="Linia 135"/>
          <p:cNvCxnSpPr/>
          <p:nvPr/>
        </p:nvCxnSpPr>
        <p:spPr>
          <a:xfrm flipV="1">
            <a:off x="8281648" y="5264128"/>
            <a:ext cx="360659" cy="360659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36" name="Linia 136"/>
          <p:cNvCxnSpPr/>
          <p:nvPr/>
        </p:nvCxnSpPr>
        <p:spPr>
          <a:xfrm flipV="1">
            <a:off x="7863840" y="5624787"/>
            <a:ext cx="417808" cy="292552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sp>
        <p:nvSpPr>
          <p:cNvPr id="137" name="Element 137"/>
          <p:cNvSpPr/>
          <p:nvPr/>
        </p:nvSpPr>
        <p:spPr>
          <a:xfrm>
            <a:off x="6126480" y="310896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38" name="Element 138"/>
          <p:cNvSpPr/>
          <p:nvPr/>
        </p:nvSpPr>
        <p:spPr>
          <a:xfrm>
            <a:off x="5943600" y="374904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źródło</a:t>
            </a:r>
          </a:p>
        </p:txBody>
      </p:sp>
      <p:sp>
        <p:nvSpPr>
          <p:cNvPr id="139" name="Element 139"/>
          <p:cNvSpPr/>
          <p:nvPr/>
        </p:nvSpPr>
        <p:spPr>
          <a:xfrm>
            <a:off x="7242048" y="3127248"/>
            <a:ext cx="512064" cy="5120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40" name="Element 140"/>
          <p:cNvSpPr/>
          <p:nvPr/>
        </p:nvSpPr>
        <p:spPr>
          <a:xfrm>
            <a:off x="7223760" y="370332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1 osoba</a:t>
            </a:r>
          </a:p>
        </p:txBody>
      </p:sp>
      <p:sp>
        <p:nvSpPr>
          <p:cNvPr id="141" name="Element 141"/>
          <p:cNvSpPr/>
          <p:nvPr/>
        </p:nvSpPr>
        <p:spPr>
          <a:xfrm>
            <a:off x="9034823" y="2669508"/>
            <a:ext cx="512064" cy="5120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42" name="Element 142"/>
          <p:cNvSpPr/>
          <p:nvPr/>
        </p:nvSpPr>
        <p:spPr>
          <a:xfrm>
            <a:off x="9034823" y="3584988"/>
            <a:ext cx="512064" cy="512064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43" name="Element 143"/>
          <p:cNvSpPr/>
          <p:nvPr/>
        </p:nvSpPr>
        <p:spPr>
          <a:xfrm>
            <a:off x="8412480" y="2103120"/>
            <a:ext cx="29260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2 osoby, ta sama odległość</a:t>
            </a:r>
          </a:p>
        </p:txBody>
      </p:sp>
      <p:sp>
        <p:nvSpPr>
          <p:cNvPr id="144" name="Element 144"/>
          <p:cNvSpPr/>
          <p:nvPr/>
        </p:nvSpPr>
        <p:spPr>
          <a:xfrm>
            <a:off x="6035040" y="53949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im dalej od źródła, tym mniej światła</a:t>
            </a:r>
          </a:p>
        </p:txBody>
      </p:sp>
    </p:spTree>
    <p:extLst>
      <p:ext uri="{BB962C8B-B14F-4D97-AF65-F5344CB8AC3E}">
        <p14:creationId xmlns:p14="http://schemas.microsoft.com/office/powerpoint/2010/main" val="37984277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C21403-8815-D66C-6BC3-03F299D175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Produkt: odbicia i cienie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00CE74-D747-F57B-BF15-907D5004C9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Szkło odbija otoczenie</a:t>
            </a:r>
          </a:p>
          <a:p>
            <a:r>
              <a:rPr lang="pl-PL" dirty="0"/>
              <a:t>Metal pokazuje kształt źródła</a:t>
            </a:r>
          </a:p>
          <a:p>
            <a:r>
              <a:rPr lang="pl-PL" dirty="0"/>
              <a:t>Plastik wymaga kontroli refleksów</a:t>
            </a:r>
          </a:p>
          <a:p>
            <a:r>
              <a:rPr lang="pl-PL" dirty="0"/>
              <a:t>Cień może budować formę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84767C-8350-DA20-E83C-0E6E2E424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66E7F4-764B-1F42-2CF6-35D220DAAE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17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4572000"/>
            <a:ext cx="137160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400800" y="2560320"/>
            <a:ext cx="914400" cy="2103120"/>
          </a:xfrm>
          <a:prstGeom prst="trapezoid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583680" y="2743200"/>
            <a:ext cx="73152" cy="1645920"/>
          </a:xfrm>
          <a:prstGeom prst="rect">
            <a:avLst/>
          </a:prstGeom>
          <a:solidFill>
            <a:srgbClr val="E3B18D">
              <a:alpha val="7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126480" y="5029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szkło</a:t>
            </a:r>
          </a:p>
        </p:txBody>
      </p:sp>
      <p:sp>
        <p:nvSpPr>
          <p:cNvPr id="105" name="Element 105"/>
          <p:cNvSpPr/>
          <p:nvPr/>
        </p:nvSpPr>
        <p:spPr>
          <a:xfrm>
            <a:off x="8229600" y="4572000"/>
            <a:ext cx="137160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Gradient 106"/>
          <p:cNvSpPr/>
          <p:nvPr/>
        </p:nvSpPr>
        <p:spPr>
          <a:xfrm>
            <a:off x="8366760" y="2560320"/>
            <a:ext cx="822960" cy="2103120"/>
          </a:xfrm>
          <a:prstGeom prst="rect">
            <a:avLst/>
          </a:prstGeom>
          <a:gradFill>
            <a:gsLst>
              <a:gs pos="0">
                <a:srgbClr val="D5D8DC"/>
              </a:gs>
              <a:gs pos="100000">
                <a:srgbClr val="6E7378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595360" y="2560320"/>
            <a:ext cx="73152" cy="2103120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8046720" y="5029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metal</a:t>
            </a:r>
          </a:p>
        </p:txBody>
      </p:sp>
      <p:sp>
        <p:nvSpPr>
          <p:cNvPr id="109" name="Element 109"/>
          <p:cNvSpPr/>
          <p:nvPr/>
        </p:nvSpPr>
        <p:spPr>
          <a:xfrm>
            <a:off x="10149840" y="4572000"/>
            <a:ext cx="1371600" cy="274320"/>
          </a:xfrm>
          <a:prstGeom prst="ellipse">
            <a:avLst/>
          </a:prstGeom>
          <a:solidFill>
            <a:srgbClr val="404040">
              <a:alpha val="2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10241280" y="2560320"/>
            <a:ext cx="914400" cy="2103120"/>
          </a:xfrm>
          <a:prstGeom prst="roundRect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9966960" y="502920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plastik</a:t>
            </a:r>
          </a:p>
        </p:txBody>
      </p:sp>
    </p:spTree>
    <p:extLst>
      <p:ext uri="{BB962C8B-B14F-4D97-AF65-F5344CB8AC3E}">
        <p14:creationId xmlns:p14="http://schemas.microsoft.com/office/powerpoint/2010/main" val="19266048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76612-AC0A-531B-C378-A4D0345C64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Kąt światła przy produkcie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5E69F6-AB71-3006-2D73-D4BB06A521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Światło boczne = tekstura</a:t>
            </a:r>
          </a:p>
          <a:p>
            <a:r>
              <a:rPr lang="pl-PL" dirty="0"/>
              <a:t>Światło frontalne = mniej cieni</a:t>
            </a:r>
          </a:p>
          <a:p>
            <a:r>
              <a:rPr lang="pl-PL" dirty="0"/>
              <a:t>Światło z tyłu = kontur i głębia</a:t>
            </a:r>
          </a:p>
          <a:p>
            <a:r>
              <a:rPr lang="pl-PL" dirty="0"/>
              <a:t>Kąt dobieramy do materiału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BCEE00C-D62C-6037-98F8-03C5E6613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788DB3-E8BB-7DC6-92D5-21033A1F5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18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812280" y="1645920"/>
            <a:ext cx="3566160" cy="3566160"/>
          </a:xfrm>
          <a:prstGeom prst="ellipse">
            <a:avLst/>
          </a:prstGeom>
          <a:noFill/>
          <a:ln w="15875">
            <a:solidFill>
              <a:srgbClr val="E3B18D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8138160" y="2971800"/>
            <a:ext cx="914400" cy="91440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8138160" y="3246120"/>
            <a:ext cx="9144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FFFFFF"/>
                </a:solidFill>
                <a:latin typeface="+mn-lt"/>
              </a:rPr>
              <a:t>produkt</a:t>
            </a:r>
          </a:p>
        </p:txBody>
      </p:sp>
      <p:cxnSp>
        <p:nvCxnSpPr>
          <p:cNvPr id="104" name="Linia 104"/>
          <p:cNvCxnSpPr/>
          <p:nvPr/>
        </p:nvCxnSpPr>
        <p:spPr>
          <a:xfrm>
            <a:off x="9052560" y="3429000"/>
            <a:ext cx="1124712" cy="0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5" name="Element 105"/>
          <p:cNvSpPr/>
          <p:nvPr/>
        </p:nvSpPr>
        <p:spPr>
          <a:xfrm>
            <a:off x="10177272" y="32278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10652760" y="3246120"/>
            <a:ext cx="11887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404040"/>
                </a:solidFill>
                <a:latin typeface="+mn-lt"/>
              </a:rPr>
              <a:t>Boczne</a:t>
            </a:r>
          </a:p>
        </p:txBody>
      </p:sp>
      <p:cxnSp>
        <p:nvCxnSpPr>
          <p:cNvPr id="107" name="Linia 107"/>
          <p:cNvCxnSpPr/>
          <p:nvPr/>
        </p:nvCxnSpPr>
        <p:spPr>
          <a:xfrm>
            <a:off x="8595360" y="3886200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08" name="Element 108"/>
          <p:cNvSpPr/>
          <p:nvPr/>
        </p:nvSpPr>
        <p:spPr>
          <a:xfrm>
            <a:off x="8394192" y="501091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498080" y="54864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Frontalne</a:t>
            </a:r>
          </a:p>
        </p:txBody>
      </p:sp>
      <p:cxnSp>
        <p:nvCxnSpPr>
          <p:cNvPr id="110" name="Linia 110"/>
          <p:cNvCxnSpPr/>
          <p:nvPr/>
        </p:nvCxnSpPr>
        <p:spPr>
          <a:xfrm>
            <a:off x="8595360" y="1847088"/>
            <a:ext cx="0" cy="1124712"/>
          </a:xfrm>
          <a:prstGeom prst="line">
            <a:avLst/>
          </a:prstGeom>
          <a:ln w="15875">
            <a:solidFill>
              <a:srgbClr val="E3B18D"/>
            </a:solidFill>
          </a:ln>
        </p:spPr>
      </p:cxnSp>
      <p:sp>
        <p:nvSpPr>
          <p:cNvPr id="111" name="Element 111"/>
          <p:cNvSpPr/>
          <p:nvPr/>
        </p:nvSpPr>
        <p:spPr>
          <a:xfrm>
            <a:off x="8394192" y="14447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7498080" y="114300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404040"/>
                </a:solidFill>
                <a:latin typeface="+mn-lt"/>
              </a:rPr>
              <a:t>Z tyłu</a:t>
            </a:r>
          </a:p>
        </p:txBody>
      </p:sp>
      <p:sp>
        <p:nvSpPr>
          <p:cNvPr id="113" name="Element 113"/>
          <p:cNvSpPr/>
          <p:nvPr/>
        </p:nvSpPr>
        <p:spPr>
          <a:xfrm>
            <a:off x="8229600" y="5897880"/>
            <a:ext cx="731520" cy="411480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</p:spTree>
    <p:extLst>
      <p:ext uri="{BB962C8B-B14F-4D97-AF65-F5344CB8AC3E}">
        <p14:creationId xmlns:p14="http://schemas.microsoft.com/office/powerpoint/2010/main" val="24864125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2645-5EBF-48C5-3B87-093699F4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Hero shot i storytelling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E5792-36EA-9C4E-1693-89E2793E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Jeden główny produkt</a:t>
            </a:r>
          </a:p>
          <a:p>
            <a:r>
              <a:rPr lang="pl-PL" dirty="0"/>
              <a:t>Hierarchia w kadrze</a:t>
            </a:r>
          </a:p>
          <a:p>
            <a:r>
              <a:rPr lang="pl-PL" dirty="0"/>
              <a:t>Rekwizyty z funkcją</a:t>
            </a:r>
          </a:p>
          <a:p>
            <a:r>
              <a:rPr lang="pl-PL" dirty="0"/>
              <a:t>Obraz ma coś komunikować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19845-D26F-245A-51E3-74CCC9FEB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47FD3A-FFCB-E024-CFCB-AB4821141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19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1737360"/>
            <a:ext cx="5120640" cy="3291840"/>
          </a:xfrm>
          <a:prstGeom prst="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cxnSp>
        <p:nvCxnSpPr>
          <p:cNvPr id="102" name="Linia 102"/>
          <p:cNvCxnSpPr/>
          <p:nvPr/>
        </p:nvCxnSpPr>
        <p:spPr>
          <a:xfrm>
            <a:off x="8016240" y="1737360"/>
            <a:ext cx="0" cy="329184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3" name="Linia 103"/>
          <p:cNvCxnSpPr/>
          <p:nvPr/>
        </p:nvCxnSpPr>
        <p:spPr>
          <a:xfrm>
            <a:off x="6309360" y="2834640"/>
            <a:ext cx="5120640" cy="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>
            <a:off x="9723120" y="1737360"/>
            <a:ext cx="0" cy="329184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05" name="Linia 105"/>
          <p:cNvCxnSpPr/>
          <p:nvPr/>
        </p:nvCxnSpPr>
        <p:spPr>
          <a:xfrm>
            <a:off x="6309360" y="3931920"/>
            <a:ext cx="5120640" cy="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sp>
        <p:nvSpPr>
          <p:cNvPr id="106" name="Element 106"/>
          <p:cNvSpPr/>
          <p:nvPr/>
        </p:nvSpPr>
        <p:spPr>
          <a:xfrm>
            <a:off x="9174480" y="3383280"/>
            <a:ext cx="1097280" cy="109728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174480" y="4572000"/>
            <a:ext cx="109728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>hero</a:t>
            </a:r>
          </a:p>
        </p:txBody>
      </p:sp>
      <p:sp>
        <p:nvSpPr>
          <p:cNvPr id="108" name="Element 108"/>
          <p:cNvSpPr/>
          <p:nvPr/>
        </p:nvSpPr>
        <p:spPr>
          <a:xfrm>
            <a:off x="7723632" y="2633472"/>
            <a:ext cx="402336" cy="402336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077456" y="4242816"/>
            <a:ext cx="292608" cy="292608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6309360" y="5166360"/>
            <a:ext cx="51206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0" dirty="0">
                <a:solidFill>
                  <a:srgbClr val="8A8A8A"/>
                </a:solidFill>
                <a:latin typeface="+mn-lt"/>
              </a:rPr>
              <a:t>hierarchia w kadrze</a:t>
            </a:r>
          </a:p>
        </p:txBody>
      </p:sp>
    </p:spTree>
    <p:extLst>
      <p:ext uri="{BB962C8B-B14F-4D97-AF65-F5344CB8AC3E}">
        <p14:creationId xmlns:p14="http://schemas.microsoft.com/office/powerpoint/2010/main" val="270367497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FC05D2-CF30-1E37-7F79-81754E633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Odstawianie produktu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6200DB-4EA1-3CD7-3F60-38FBE45E43F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Zaczynamy od pełnej sceny</a:t>
            </a:r>
          </a:p>
          <a:p>
            <a:r>
              <a:rPr lang="pl-PL" dirty="0"/>
              <a:t>Usuwamy jeden element</a:t>
            </a:r>
          </a:p>
          <a:p>
            <a:r>
              <a:rPr lang="pl-PL" dirty="0"/>
              <a:t>Porównujemy efekt</a:t>
            </a:r>
          </a:p>
          <a:p>
            <a:r>
              <a:rPr lang="pl-PL" dirty="0"/>
              <a:t>Zostawiamy tylko to, co potrzebne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9C6ACB-D737-9CB5-B6AD-3FFF8D16C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7ED0100-109E-5BC8-94CC-44DA20ED74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20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217920" y="2103120"/>
            <a:ext cx="2194560" cy="219456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9144000" y="2103120"/>
            <a:ext cx="2194560" cy="219456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7040880" y="292608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4" name="Element 104"/>
          <p:cNvSpPr/>
          <p:nvPr/>
        </p:nvSpPr>
        <p:spPr>
          <a:xfrm>
            <a:off x="6583680" y="2468880"/>
            <a:ext cx="411480" cy="41148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772400" y="2560320"/>
            <a:ext cx="411480" cy="41148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6583680" y="3703320"/>
            <a:ext cx="411480" cy="41148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7818120" y="3703320"/>
            <a:ext cx="411480" cy="411480"/>
          </a:xfrm>
          <a:prstGeom prst="rect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9966960" y="2926080"/>
            <a:ext cx="548640" cy="54864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9509760" y="2468880"/>
            <a:ext cx="411480" cy="411480"/>
          </a:xfrm>
          <a:prstGeom prst="rect">
            <a:avLst/>
          </a:prstGeom>
          <a:noFill/>
          <a:ln w="12700">
            <a:solidFill>
              <a:srgbClr val="8A8A8A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10698480" y="2560320"/>
            <a:ext cx="411480" cy="411480"/>
          </a:xfrm>
          <a:prstGeom prst="rect">
            <a:avLst/>
          </a:prstGeom>
          <a:noFill/>
          <a:ln w="12700">
            <a:solidFill>
              <a:srgbClr val="8A8A8A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9509760" y="3703320"/>
            <a:ext cx="411480" cy="411480"/>
          </a:xfrm>
          <a:prstGeom prst="rect">
            <a:avLst/>
          </a:prstGeom>
          <a:noFill/>
          <a:ln w="12700">
            <a:solidFill>
              <a:srgbClr val="8A8A8A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10744200" y="3703320"/>
            <a:ext cx="411480" cy="411480"/>
          </a:xfrm>
          <a:prstGeom prst="rect">
            <a:avLst/>
          </a:prstGeom>
          <a:noFill/>
          <a:ln w="12700">
            <a:solidFill>
              <a:srgbClr val="8A8A8A"/>
            </a:solidFill>
            <a:prstDash val="dash"/>
          </a:ln>
        </p:spPr>
        <p:txBody>
          <a:bodyPr/>
          <a:lstStyle/>
          <a:p>
            <a:endParaRPr lang="pl-PL"/>
          </a:p>
        </p:txBody>
      </p:sp>
      <p:cxnSp>
        <p:nvCxnSpPr>
          <p:cNvPr id="113" name="Strzałka 113"/>
          <p:cNvCxnSpPr/>
          <p:nvPr/>
        </p:nvCxnSpPr>
        <p:spPr>
          <a:xfrm>
            <a:off x="8503920" y="3200400"/>
            <a:ext cx="548640" cy="0"/>
          </a:xfrm>
          <a:prstGeom prst="line">
            <a:avLst/>
          </a:prstGeom>
          <a:ln w="19050">
            <a:solidFill>
              <a:srgbClr val="404040"/>
            </a:solidFill>
            <a:tailEnd type="triangle"/>
          </a:ln>
        </p:spPr>
      </p:cxnSp>
      <p:sp>
        <p:nvSpPr>
          <p:cNvPr id="114" name="Element 114"/>
          <p:cNvSpPr/>
          <p:nvPr/>
        </p:nvSpPr>
        <p:spPr>
          <a:xfrm>
            <a:off x="6217920" y="443484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pełna scena</a:t>
            </a:r>
          </a:p>
        </p:txBody>
      </p:sp>
      <p:sp>
        <p:nvSpPr>
          <p:cNvPr id="115" name="Element 115"/>
          <p:cNvSpPr/>
          <p:nvPr/>
        </p:nvSpPr>
        <p:spPr>
          <a:xfrm>
            <a:off x="9144000" y="4434840"/>
            <a:ext cx="21945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tylko to, co potrzebne</a:t>
            </a:r>
          </a:p>
        </p:txBody>
      </p:sp>
    </p:spTree>
    <p:extLst>
      <p:ext uri="{BB962C8B-B14F-4D97-AF65-F5344CB8AC3E}">
        <p14:creationId xmlns:p14="http://schemas.microsoft.com/office/powerpoint/2010/main" val="28318603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B22A3-F7B5-EB81-0C03-4592078894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Światło naturalne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A622E5-31E0-A96E-C024-73979D4F5F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Słońce — key light</a:t>
            </a:r>
          </a:p>
          <a:p>
            <a:r>
              <a:rPr lang="pl-PL" dirty="0"/>
              <a:t>Niebo — fill light</a:t>
            </a:r>
          </a:p>
          <a:p>
            <a:r>
              <a:rPr lang="pl-PL" dirty="0"/>
              <a:t>Złota godzina (golden hour)</a:t>
            </a:r>
          </a:p>
          <a:p>
            <a:r>
              <a:rPr lang="pl-PL" dirty="0"/>
              <a:t>Chmury — naturalna dyfuzja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F349C34-48EC-0B94-2492-C0E2BEB67D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1F30EF5-9C5F-6D07-0FFD-D7E6159EB2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21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492240" y="1554480"/>
            <a:ext cx="914400" cy="91440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2" name="Linia 102"/>
          <p:cNvCxnSpPr/>
          <p:nvPr/>
        </p:nvCxnSpPr>
        <p:spPr>
          <a:xfrm>
            <a:off x="7543800" y="2011680"/>
            <a:ext cx="274320" cy="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3" name="Linia 103"/>
          <p:cNvCxnSpPr/>
          <p:nvPr/>
        </p:nvCxnSpPr>
        <p:spPr>
          <a:xfrm>
            <a:off x="7369716" y="2431956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4" name="Linia 104"/>
          <p:cNvCxnSpPr/>
          <p:nvPr/>
        </p:nvCxnSpPr>
        <p:spPr>
          <a:xfrm>
            <a:off x="6949440" y="2606040"/>
            <a:ext cx="0" cy="2743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5" name="Linia 105"/>
          <p:cNvCxnSpPr/>
          <p:nvPr/>
        </p:nvCxnSpPr>
        <p:spPr>
          <a:xfrm flipV="1">
            <a:off x="6335190" y="2431956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6080760" y="2011680"/>
            <a:ext cx="274320" cy="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7" name="Linia 107"/>
          <p:cNvCxnSpPr/>
          <p:nvPr/>
        </p:nvCxnSpPr>
        <p:spPr>
          <a:xfrm>
            <a:off x="6335190" y="1397430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8" name="Linia 108"/>
          <p:cNvCxnSpPr/>
          <p:nvPr/>
        </p:nvCxnSpPr>
        <p:spPr>
          <a:xfrm>
            <a:off x="6949440" y="1143000"/>
            <a:ext cx="0" cy="274320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cxnSp>
        <p:nvCxnSpPr>
          <p:cNvPr id="109" name="Linia 109"/>
          <p:cNvCxnSpPr/>
          <p:nvPr/>
        </p:nvCxnSpPr>
        <p:spPr>
          <a:xfrm flipV="1">
            <a:off x="7369716" y="1397430"/>
            <a:ext cx="193974" cy="193974"/>
          </a:xfrm>
          <a:prstGeom prst="line">
            <a:avLst/>
          </a:prstGeom>
          <a:ln w="19050">
            <a:solidFill>
              <a:srgbClr val="E3B18D"/>
            </a:solidFill>
          </a:ln>
        </p:spPr>
      </p:cxnSp>
      <p:sp>
        <p:nvSpPr>
          <p:cNvPr id="110" name="Element 110"/>
          <p:cNvSpPr/>
          <p:nvPr/>
        </p:nvSpPr>
        <p:spPr>
          <a:xfrm>
            <a:off x="6217920" y="3017520"/>
            <a:ext cx="14630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key light</a:t>
            </a:r>
          </a:p>
        </p:txBody>
      </p:sp>
      <p:sp>
        <p:nvSpPr>
          <p:cNvPr id="111" name="Element 111"/>
          <p:cNvSpPr/>
          <p:nvPr/>
        </p:nvSpPr>
        <p:spPr>
          <a:xfrm>
            <a:off x="9326880" y="1554480"/>
            <a:ext cx="1737360" cy="1005840"/>
          </a:xfrm>
          <a:prstGeom prst="cloud">
            <a:avLst/>
          </a:prstGeom>
          <a:solidFill>
            <a:srgbClr val="FFFFFF"/>
          </a:solidFill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9326880" y="361188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dyfuzja</a:t>
            </a:r>
          </a:p>
        </p:txBody>
      </p:sp>
      <p:cxnSp>
        <p:nvCxnSpPr>
          <p:cNvPr id="113" name="Linia 113"/>
          <p:cNvCxnSpPr/>
          <p:nvPr/>
        </p:nvCxnSpPr>
        <p:spPr>
          <a:xfrm flipV="1">
            <a:off x="9464040" y="2651760"/>
            <a:ext cx="274320" cy="91440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4" name="Linia 114"/>
          <p:cNvCxnSpPr/>
          <p:nvPr/>
        </p:nvCxnSpPr>
        <p:spPr>
          <a:xfrm>
            <a:off x="10195560" y="2651760"/>
            <a:ext cx="0" cy="91440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5" name="Linia 115"/>
          <p:cNvCxnSpPr/>
          <p:nvPr/>
        </p:nvCxnSpPr>
        <p:spPr>
          <a:xfrm>
            <a:off x="10652760" y="2651760"/>
            <a:ext cx="274320" cy="914400"/>
          </a:xfrm>
          <a:prstGeom prst="line">
            <a:avLst/>
          </a:prstGeom>
          <a:ln w="12700">
            <a:solidFill>
              <a:srgbClr val="E3B18D"/>
            </a:solidFill>
            <a:prstDash val="dash"/>
          </a:ln>
        </p:spPr>
      </p:cxnSp>
      <p:cxnSp>
        <p:nvCxnSpPr>
          <p:cNvPr id="116" name="Linia 116"/>
          <p:cNvCxnSpPr/>
          <p:nvPr/>
        </p:nvCxnSpPr>
        <p:spPr>
          <a:xfrm>
            <a:off x="6217920" y="4754880"/>
            <a:ext cx="5120640" cy="0"/>
          </a:xfrm>
          <a:prstGeom prst="line">
            <a:avLst/>
          </a:prstGeom>
          <a:ln w="22225">
            <a:solidFill>
              <a:srgbClr val="404040"/>
            </a:solidFill>
          </a:ln>
        </p:spPr>
      </p:cxnSp>
      <p:sp>
        <p:nvSpPr>
          <p:cNvPr id="117" name="Element 117"/>
          <p:cNvSpPr/>
          <p:nvPr/>
        </p:nvSpPr>
        <p:spPr>
          <a:xfrm>
            <a:off x="8503920" y="4160520"/>
            <a:ext cx="548640" cy="54864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8" name="Element 118"/>
          <p:cNvSpPr/>
          <p:nvPr/>
        </p:nvSpPr>
        <p:spPr>
          <a:xfrm>
            <a:off x="7863840" y="48463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fill light z nieba</a:t>
            </a:r>
          </a:p>
        </p:txBody>
      </p:sp>
      <p:sp>
        <p:nvSpPr>
          <p:cNvPr id="119" name="Gradient 119"/>
          <p:cNvSpPr/>
          <p:nvPr/>
        </p:nvSpPr>
        <p:spPr>
          <a:xfrm>
            <a:off x="6217920" y="5394960"/>
            <a:ext cx="5120640" cy="182880"/>
          </a:xfrm>
          <a:prstGeom prst="rect">
            <a:avLst/>
          </a:prstGeom>
          <a:gradFill>
            <a:gsLst>
              <a:gs pos="0">
                <a:srgbClr val="FFB36B"/>
              </a:gs>
              <a:gs pos="100000">
                <a:srgbClr val="CFE0FF"/>
              </a:gs>
            </a:gsLst>
            <a:lin ang="0" scaled="0"/>
          </a:gra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20" name="Element 120"/>
          <p:cNvSpPr/>
          <p:nvPr/>
        </p:nvSpPr>
        <p:spPr>
          <a:xfrm>
            <a:off x="6217920" y="5623560"/>
            <a:ext cx="27432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złota godzina</a:t>
            </a:r>
          </a:p>
        </p:txBody>
      </p:sp>
    </p:spTree>
    <p:extLst>
      <p:ext uri="{BB962C8B-B14F-4D97-AF65-F5344CB8AC3E}">
        <p14:creationId xmlns:p14="http://schemas.microsoft.com/office/powerpoint/2010/main" val="29307350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667AF-D510-A228-1C18-B7709F66CD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Sprzęt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60EAC-BFE7-AA15-17E6-38E853AC35A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Mini Pavo</a:t>
            </a:r>
          </a:p>
          <a:p>
            <a:r>
              <a:rPr lang="pl-PL" dirty="0"/>
              <a:t>MC Pro</a:t>
            </a:r>
          </a:p>
          <a:p>
            <a:r>
              <a:rPr lang="pl-PL" dirty="0"/>
              <a:t>Czekoladki / małe panele LED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19D980-F2F9-A529-8B9D-D04C82064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EB8234A-3202-12E9-A648-BD92C8CAED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22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2743200"/>
            <a:ext cx="2560320" cy="365760"/>
          </a:xfrm>
          <a:prstGeom prst="round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355080" y="2807208"/>
            <a:ext cx="2468880" cy="237744"/>
          </a:xfrm>
          <a:prstGeom prst="roundRect">
            <a:avLst/>
          </a:prstGeom>
          <a:solidFill>
            <a:srgbClr val="E3B18D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6309360" y="3291840"/>
            <a:ext cx="25603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Mini Pavo</a:t>
            </a:r>
          </a:p>
        </p:txBody>
      </p:sp>
      <p:sp>
        <p:nvSpPr>
          <p:cNvPr id="104" name="Element 104"/>
          <p:cNvSpPr/>
          <p:nvPr/>
        </p:nvSpPr>
        <p:spPr>
          <a:xfrm>
            <a:off x="9144000" y="2286000"/>
            <a:ext cx="1280160" cy="914400"/>
          </a:xfrm>
          <a:prstGeom prst="rect">
            <a:avLst/>
          </a:prstGeom>
          <a:noFill/>
          <a:ln w="2222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9281160" y="2423160"/>
            <a:ext cx="1005840" cy="640080"/>
          </a:xfrm>
          <a:prstGeom prst="rect">
            <a:avLst/>
          </a:prstGeom>
          <a:solidFill>
            <a:srgbClr val="E3B18D">
              <a:alpha val="50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9144000" y="3291840"/>
            <a:ext cx="12801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MC Pro</a:t>
            </a:r>
          </a:p>
        </p:txBody>
      </p:sp>
      <p:sp>
        <p:nvSpPr>
          <p:cNvPr id="107" name="Element 107"/>
          <p:cNvSpPr/>
          <p:nvPr/>
        </p:nvSpPr>
        <p:spPr>
          <a:xfrm>
            <a:off x="6583680" y="4297680"/>
            <a:ext cx="548640" cy="548640"/>
          </a:xfrm>
          <a:prstGeom prst="rect">
            <a:avLst/>
          </a:prstGeom>
          <a:solidFill>
            <a:srgbClr val="E3B18D"/>
          </a:solidFill>
          <a:ln w="1587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7269480" y="4297680"/>
            <a:ext cx="548640" cy="548640"/>
          </a:xfrm>
          <a:prstGeom prst="rect">
            <a:avLst/>
          </a:prstGeom>
          <a:solidFill>
            <a:srgbClr val="E3B18D"/>
          </a:solidFill>
          <a:ln w="1587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7955280" y="4297680"/>
            <a:ext cx="548640" cy="548640"/>
          </a:xfrm>
          <a:prstGeom prst="rect">
            <a:avLst/>
          </a:prstGeom>
          <a:solidFill>
            <a:srgbClr val="E3B18D"/>
          </a:solidFill>
          <a:ln w="15875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10" name="Element 110"/>
          <p:cNvSpPr/>
          <p:nvPr/>
        </p:nvSpPr>
        <p:spPr>
          <a:xfrm>
            <a:off x="6309360" y="498348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0" dirty="0">
                <a:solidFill>
                  <a:srgbClr val="8A8A8A"/>
                </a:solidFill>
                <a:latin typeface="+mn-lt"/>
              </a:rPr>
              <a:t>czekoladki</a:t>
            </a:r>
          </a:p>
        </p:txBody>
      </p:sp>
      <p:sp>
        <p:nvSpPr>
          <p:cNvPr id="111" name="Element 111"/>
          <p:cNvSpPr/>
          <p:nvPr/>
        </p:nvSpPr>
        <p:spPr>
          <a:xfrm>
            <a:off x="9144000" y="43891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małe, mobilne, na baterie</a:t>
            </a:r>
          </a:p>
        </p:txBody>
      </p:sp>
    </p:spTree>
    <p:extLst>
      <p:ext uri="{BB962C8B-B14F-4D97-AF65-F5344CB8AC3E}">
        <p14:creationId xmlns:p14="http://schemas.microsoft.com/office/powerpoint/2010/main" val="26044558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DB68C7-8646-86F5-4BB3-FA09E62044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Klasyczny 3-punktowy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8CB4BC-8167-DFE2-C1AC-E2D8BBB82A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Key — kształt i struktura</a:t>
            </a:r>
          </a:p>
          <a:p>
            <a:r>
              <a:rPr lang="pl-PL" dirty="0"/>
              <a:t>Fill — kontrola cieni</a:t>
            </a:r>
          </a:p>
          <a:p>
            <a:r>
              <a:rPr lang="pl-PL" dirty="0"/>
              <a:t>Rim — jasna obwódka z tyłu</a:t>
            </a:r>
          </a:p>
          <a:p>
            <a:r>
              <a:rPr lang="pl-PL" dirty="0"/>
              <a:t>Rim odkleja sylwetkę od tła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9BCA624-379F-A259-7E97-9BAC6DCB7E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285D8B-8689-41C4-A01C-8EA642BD66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23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217920" y="1554480"/>
            <a:ext cx="4754880" cy="0"/>
          </a:xfrm>
          <a:prstGeom prst="line">
            <a:avLst/>
          </a:prstGeom>
          <a:ln w="38100">
            <a:solidFill>
              <a:srgbClr val="404040"/>
            </a:solidFill>
          </a:ln>
        </p:spPr>
      </p:cxnSp>
      <p:sp>
        <p:nvSpPr>
          <p:cNvPr id="102" name="Element 102"/>
          <p:cNvSpPr/>
          <p:nvPr/>
        </p:nvSpPr>
        <p:spPr>
          <a:xfrm>
            <a:off x="9692640" y="11430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tło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72237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 flipV="1">
            <a:off x="88239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05" name="Element 105"/>
          <p:cNvSpPr/>
          <p:nvPr/>
        </p:nvSpPr>
        <p:spPr>
          <a:xfrm>
            <a:off x="8229600" y="5257800"/>
            <a:ext cx="731520" cy="384048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1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sp>
        <p:nvSpPr>
          <p:cNvPr id="106" name="Element 106"/>
          <p:cNvSpPr/>
          <p:nvPr/>
        </p:nvSpPr>
        <p:spPr>
          <a:xfrm>
            <a:off x="8092440" y="3108960"/>
            <a:ext cx="1005840" cy="36576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412480" y="310896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 rot="10800000">
            <a:off x="8531352" y="3456432"/>
            <a:ext cx="128016" cy="128016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9" name="Strzałka 109"/>
          <p:cNvCxnSpPr/>
          <p:nvPr/>
        </p:nvCxnSpPr>
        <p:spPr>
          <a:xfrm flipV="1">
            <a:off x="7280579" y="3541794"/>
            <a:ext cx="987919" cy="755467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0" name="Element 110"/>
          <p:cNvSpPr/>
          <p:nvPr/>
        </p:nvSpPr>
        <p:spPr>
          <a:xfrm>
            <a:off x="6784848" y="4224528"/>
            <a:ext cx="512064" cy="51206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5029200" y="429768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1" dirty="0">
                <a:solidFill>
                  <a:srgbClr val="404040"/>
                </a:solidFill>
                <a:latin typeface="+mn-lt"/>
              </a:rPr>
              <a:t>Key</a:t>
            </a:r>
          </a:p>
        </p:txBody>
      </p:sp>
      <p:cxnSp>
        <p:nvCxnSpPr>
          <p:cNvPr id="112" name="Strzałka 112"/>
          <p:cNvCxnSpPr/>
          <p:nvPr/>
        </p:nvCxnSpPr>
        <p:spPr>
          <a:xfrm>
            <a:off x="8943262" y="3511567"/>
            <a:ext cx="1211642" cy="765247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3" name="Element 113"/>
          <p:cNvSpPr/>
          <p:nvPr/>
        </p:nvSpPr>
        <p:spPr>
          <a:xfrm>
            <a:off x="10168128" y="4224528"/>
            <a:ext cx="329184" cy="32918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4" name="Element 114"/>
          <p:cNvSpPr/>
          <p:nvPr/>
        </p:nvSpPr>
        <p:spPr>
          <a:xfrm>
            <a:off x="10607040" y="42062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1" dirty="0">
                <a:solidFill>
                  <a:srgbClr val="404040"/>
                </a:solidFill>
                <a:latin typeface="+mn-lt"/>
              </a:rPr>
              <a:t>Fill</a:t>
            </a:r>
          </a:p>
        </p:txBody>
      </p:sp>
      <p:cxnSp>
        <p:nvCxnSpPr>
          <p:cNvPr id="115" name="Strzałka 115"/>
          <p:cNvCxnSpPr/>
          <p:nvPr/>
        </p:nvCxnSpPr>
        <p:spPr>
          <a:xfrm flipV="1">
            <a:off x="8846244" y="2298809"/>
            <a:ext cx="512986" cy="666882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6" name="Element 116"/>
          <p:cNvSpPr/>
          <p:nvPr/>
        </p:nvSpPr>
        <p:spPr>
          <a:xfrm>
            <a:off x="9308592" y="190195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7" name="Element 117"/>
          <p:cNvSpPr/>
          <p:nvPr/>
        </p:nvSpPr>
        <p:spPr>
          <a:xfrm>
            <a:off x="9784080" y="19202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600" b="1" dirty="0">
                <a:solidFill>
                  <a:srgbClr val="404040"/>
                </a:solidFill>
                <a:latin typeface="+mn-lt"/>
              </a:rPr>
              <a:t>Rim / back</a:t>
            </a:r>
          </a:p>
        </p:txBody>
      </p:sp>
    </p:spTree>
    <p:extLst>
      <p:ext uri="{BB962C8B-B14F-4D97-AF65-F5344CB8AC3E}">
        <p14:creationId xmlns:p14="http://schemas.microsoft.com/office/powerpoint/2010/main" val="22712831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69949-F01B-DD3C-EE56-87BCED881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Silhouette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4F76F7-DF63-2D42-5CAE-97F22D80D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Jasna, świecąca obwódka</a:t>
            </a:r>
          </a:p>
          <a:p>
            <a:r>
              <a:rPr lang="pl-PL" dirty="0"/>
              <a:t>Ciemna postać</a:t>
            </a:r>
          </a:p>
          <a:p>
            <a:r>
              <a:rPr lang="pl-PL" dirty="0"/>
              <a:t>Zarysowane krawędzie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B8F8BC7-2BF3-31C9-C943-9D6ECD61C1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F0933C0-39ED-B5D8-28CE-2EA49282A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24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217920" y="1554480"/>
            <a:ext cx="4754880" cy="0"/>
          </a:xfrm>
          <a:prstGeom prst="line">
            <a:avLst/>
          </a:prstGeom>
          <a:ln w="38100">
            <a:solidFill>
              <a:srgbClr val="404040"/>
            </a:solidFill>
          </a:ln>
        </p:spPr>
      </p:cxnSp>
      <p:sp>
        <p:nvSpPr>
          <p:cNvPr id="102" name="Element 102"/>
          <p:cNvSpPr/>
          <p:nvPr/>
        </p:nvSpPr>
        <p:spPr>
          <a:xfrm>
            <a:off x="9692640" y="11430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tło oświetlone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72237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 flipV="1">
            <a:off x="88239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05" name="Element 105"/>
          <p:cNvSpPr/>
          <p:nvPr/>
        </p:nvSpPr>
        <p:spPr>
          <a:xfrm>
            <a:off x="8229600" y="5257800"/>
            <a:ext cx="731520" cy="384048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1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sp>
        <p:nvSpPr>
          <p:cNvPr id="106" name="Element 106"/>
          <p:cNvSpPr/>
          <p:nvPr/>
        </p:nvSpPr>
        <p:spPr>
          <a:xfrm>
            <a:off x="8092440" y="3108960"/>
            <a:ext cx="1005840" cy="36576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412480" y="310896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 rot="10800000">
            <a:off x="8531352" y="3456432"/>
            <a:ext cx="128016" cy="128016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6217920" y="1417320"/>
            <a:ext cx="4754880" cy="457200"/>
          </a:xfrm>
          <a:prstGeom prst="rect">
            <a:avLst/>
          </a:prstGeom>
          <a:solidFill>
            <a:srgbClr val="E3B18D">
              <a:alpha val="45000"/>
            </a:srgbClr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0" name="Strzałka 110"/>
          <p:cNvCxnSpPr/>
          <p:nvPr/>
        </p:nvCxnSpPr>
        <p:spPr>
          <a:xfrm flipV="1">
            <a:off x="6546013" y="2070139"/>
            <a:ext cx="344287" cy="473394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1" name="Element 111"/>
          <p:cNvSpPr/>
          <p:nvPr/>
        </p:nvSpPr>
        <p:spPr>
          <a:xfrm>
            <a:off x="6199632" y="25420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2" name="Element 112"/>
          <p:cNvSpPr/>
          <p:nvPr/>
        </p:nvSpPr>
        <p:spPr>
          <a:xfrm>
            <a:off x="5577840" y="21945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/>
            </a:r>
          </a:p>
        </p:txBody>
      </p:sp>
      <p:cxnSp>
        <p:nvCxnSpPr>
          <p:cNvPr id="113" name="Strzałka 113"/>
          <p:cNvCxnSpPr/>
          <p:nvPr/>
        </p:nvCxnSpPr>
        <p:spPr>
          <a:xfrm>
            <a:off x="10300421" y="2070139"/>
            <a:ext cx="344287" cy="473394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4" name="Element 114"/>
          <p:cNvSpPr/>
          <p:nvPr/>
        </p:nvSpPr>
        <p:spPr>
          <a:xfrm>
            <a:off x="10588752" y="2542032"/>
            <a:ext cx="402336" cy="402336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5" name="Element 115"/>
          <p:cNvSpPr/>
          <p:nvPr/>
        </p:nvSpPr>
        <p:spPr>
          <a:xfrm>
            <a:off x="9966960" y="219456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600" b="1" dirty="0">
                <a:solidFill>
                  <a:srgbClr val="404040"/>
                </a:solidFill>
                <a:latin typeface="+mn-lt"/>
              </a:rPr>
              <a:t/>
            </a:r>
          </a:p>
        </p:txBody>
      </p:sp>
      <p:sp>
        <p:nvSpPr>
          <p:cNvPr id="116" name="Element 116"/>
          <p:cNvSpPr/>
          <p:nvPr/>
        </p:nvSpPr>
        <p:spPr>
          <a:xfrm>
            <a:off x="5029200" y="306324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światło na tło</a:t>
            </a:r>
          </a:p>
        </p:txBody>
      </p:sp>
      <p:sp>
        <p:nvSpPr>
          <p:cNvPr id="117" name="Element 117"/>
          <p:cNvSpPr/>
          <p:nvPr/>
        </p:nvSpPr>
        <p:spPr>
          <a:xfrm>
            <a:off x="9646920" y="374904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postać bez światła</a:t>
            </a:r>
          </a:p>
        </p:txBody>
      </p:sp>
    </p:spTree>
    <p:extLst>
      <p:ext uri="{BB962C8B-B14F-4D97-AF65-F5344CB8AC3E}">
        <p14:creationId xmlns:p14="http://schemas.microsoft.com/office/powerpoint/2010/main" val="226544231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F93DF-9464-1EBF-7BFD-B679DDA2E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Rembrandt lighting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D03A79-9CFB-91C2-B731-089A5C6FCF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Światło mocno z boku i z góry</a:t>
            </a:r>
          </a:p>
          <a:p>
            <a:r>
              <a:rPr lang="pl-PL" dirty="0"/>
              <a:t>Połowa twarzy w cieniu</a:t>
            </a:r>
          </a:p>
          <a:p>
            <a:r>
              <a:rPr lang="pl-PL" dirty="0"/>
              <a:t>Jasny trójkąt pod okiem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49BD17D-2785-8D17-256F-DECF4417A3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0AD46E0-CB2E-5CEF-BF44-7B85DC90F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25</a:t>
            </a:fld>
            <a:endParaRPr lang="pl-PL" noProof="0"/>
          </a:p>
        </p:txBody>
      </p:sp>
      <p:cxnSp>
        <p:nvCxnSpPr>
          <p:cNvPr id="101" name="Linia 101"/>
          <p:cNvCxnSpPr/>
          <p:nvPr/>
        </p:nvCxnSpPr>
        <p:spPr>
          <a:xfrm>
            <a:off x="6217920" y="1554480"/>
            <a:ext cx="4754880" cy="0"/>
          </a:xfrm>
          <a:prstGeom prst="line">
            <a:avLst/>
          </a:prstGeom>
          <a:ln w="38100">
            <a:solidFill>
              <a:srgbClr val="404040"/>
            </a:solidFill>
          </a:ln>
        </p:spPr>
      </p:cxnSp>
      <p:sp>
        <p:nvSpPr>
          <p:cNvPr id="102" name="Element 102"/>
          <p:cNvSpPr/>
          <p:nvPr/>
        </p:nvSpPr>
        <p:spPr>
          <a:xfrm>
            <a:off x="9692640" y="1143000"/>
            <a:ext cx="1280160" cy="3200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tło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72237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cxnSp>
        <p:nvCxnSpPr>
          <p:cNvPr id="104" name="Linia 104"/>
          <p:cNvCxnSpPr/>
          <p:nvPr/>
        </p:nvCxnSpPr>
        <p:spPr>
          <a:xfrm flipV="1">
            <a:off x="8823960" y="1737360"/>
            <a:ext cx="1143000" cy="3520440"/>
          </a:xfrm>
          <a:prstGeom prst="line">
            <a:avLst/>
          </a:prstGeom>
          <a:ln w="12700">
            <a:solidFill>
              <a:srgbClr val="8A8A8A"/>
            </a:solidFill>
            <a:prstDash val="dash"/>
          </a:ln>
        </p:spPr>
      </p:cxnSp>
      <p:sp>
        <p:nvSpPr>
          <p:cNvPr id="105" name="Element 105"/>
          <p:cNvSpPr/>
          <p:nvPr/>
        </p:nvSpPr>
        <p:spPr>
          <a:xfrm>
            <a:off x="8229600" y="5257800"/>
            <a:ext cx="731520" cy="384048"/>
          </a:xfrm>
          <a:prstGeom prst="roundRect">
            <a:avLst/>
          </a:prstGeom>
          <a:noFill/>
          <a:ln w="19050">
            <a:solidFill>
              <a:srgbClr val="404040"/>
            </a:solidFill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100" b="0" dirty="0">
                <a:solidFill>
                  <a:srgbClr val="404040"/>
                </a:solidFill>
                <a:latin typeface="+mn-lt"/>
              </a:rPr>
              <a:t>kamera</a:t>
            </a:r>
          </a:p>
        </p:txBody>
      </p:sp>
      <p:sp>
        <p:nvSpPr>
          <p:cNvPr id="106" name="Element 106"/>
          <p:cNvSpPr/>
          <p:nvPr/>
        </p:nvSpPr>
        <p:spPr>
          <a:xfrm>
            <a:off x="8092440" y="3108960"/>
            <a:ext cx="1005840" cy="365760"/>
          </a:xfrm>
          <a:prstGeom prst="ellipse">
            <a:avLst/>
          </a:prstGeom>
          <a:noFill/>
          <a:ln w="19050">
            <a:solidFill>
              <a:srgbClr val="404040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8412480" y="3108960"/>
            <a:ext cx="365760" cy="365760"/>
          </a:xfrm>
          <a:prstGeom prst="ellipse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 rot="10800000">
            <a:off x="8531352" y="3456432"/>
            <a:ext cx="128016" cy="128016"/>
          </a:xfrm>
          <a:prstGeom prst="triangl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09" name="Strzałka 109"/>
          <p:cNvCxnSpPr/>
          <p:nvPr/>
        </p:nvCxnSpPr>
        <p:spPr>
          <a:xfrm flipV="1">
            <a:off x="7254251" y="3582800"/>
            <a:ext cx="1050149" cy="1050149"/>
          </a:xfrm>
          <a:prstGeom prst="line">
            <a:avLst/>
          </a:prstGeom>
          <a:ln w="19050">
            <a:solidFill>
              <a:srgbClr val="E3B18D"/>
            </a:solidFill>
            <a:tailEnd type="triangle"/>
          </a:ln>
        </p:spPr>
      </p:cxnSp>
      <p:sp>
        <p:nvSpPr>
          <p:cNvPr id="110" name="Element 110"/>
          <p:cNvSpPr/>
          <p:nvPr/>
        </p:nvSpPr>
        <p:spPr>
          <a:xfrm>
            <a:off x="6784848" y="4590288"/>
            <a:ext cx="512064" cy="512064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11" name="Element 111"/>
          <p:cNvSpPr/>
          <p:nvPr/>
        </p:nvSpPr>
        <p:spPr>
          <a:xfrm>
            <a:off x="5029200" y="4663440"/>
            <a:ext cx="16459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600" b="1" dirty="0">
                <a:solidFill>
                  <a:srgbClr val="404040"/>
                </a:solidFill>
                <a:latin typeface="+mn-lt"/>
              </a:rPr>
              <a:t>Key</a:t>
            </a:r>
          </a:p>
        </p:txBody>
      </p:sp>
      <p:sp>
        <p:nvSpPr>
          <p:cNvPr id="112" name="Element 112"/>
          <p:cNvSpPr/>
          <p:nvPr/>
        </p:nvSpPr>
        <p:spPr>
          <a:xfrm>
            <a:off x="4754880" y="507492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r"/>
            <a:r>
              <a:rPr lang="pl-PL" sz="1400" b="0" dirty="0">
                <a:solidFill>
                  <a:srgbClr val="8A8A8A"/>
                </a:solidFill>
                <a:latin typeface="+mn-lt"/>
              </a:rPr>
              <a:t>~45° z boku i z góry</a:t>
            </a:r>
          </a:p>
        </p:txBody>
      </p:sp>
      <p:sp>
        <p:nvSpPr>
          <p:cNvPr id="113" name="Element 113"/>
          <p:cNvSpPr/>
          <p:nvPr/>
        </p:nvSpPr>
        <p:spPr>
          <a:xfrm>
            <a:off x="9646920" y="3108960"/>
            <a:ext cx="210312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cień po drugiej stronie</a:t>
            </a:r>
          </a:p>
        </p:txBody>
      </p:sp>
    </p:spTree>
    <p:extLst>
      <p:ext uri="{BB962C8B-B14F-4D97-AF65-F5344CB8AC3E}">
        <p14:creationId xmlns:p14="http://schemas.microsoft.com/office/powerpoint/2010/main" val="17888194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ytuł 1">
            <a:extLst>
              <a:ext uri="{FF2B5EF4-FFF2-40B4-BE49-F238E27FC236}">
                <a16:creationId xmlns:a16="http://schemas.microsoft.com/office/drawing/2014/main" id="{186DE529-1D4A-CD08-E2B3-EFE928A61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BHP na planie</a:t>
            </a:r>
          </a:p>
        </p:txBody>
      </p:sp>
      <p:sp>
        <p:nvSpPr>
          <p:cNvPr id="3" name="Symbol zastępczy zawartości 2">
            <a:extLst>
              <a:ext uri="{FF2B5EF4-FFF2-40B4-BE49-F238E27FC236}">
                <a16:creationId xmlns:a16="http://schemas.microsoft.com/office/drawing/2014/main" id="{6FF20398-C347-1A1D-B5C9-92BBC1599F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Kable zabezpieczone</a:t>
            </a:r>
          </a:p>
          <a:p>
            <a:r>
              <a:rPr lang="pl-PL" dirty="0"/>
              <a:t>Statywy obciążone</a:t>
            </a:r>
          </a:p>
          <a:p>
            <a:r>
              <a:rPr lang="pl-PL" dirty="0"/>
              <a:t>Lampy stabilnie</a:t>
            </a:r>
          </a:p>
          <a:p>
            <a:r>
              <a:rPr lang="pl-PL" dirty="0"/>
              <a:t>Gorącego sprzętu nie dotykamy</a:t>
            </a:r>
          </a:p>
          <a:p>
            <a:r>
              <a:rPr lang="pl-PL" dirty="0"/>
              <a:t>Zmiany mówimy grupie</a:t>
            </a:r>
          </a:p>
        </p:txBody>
      </p:sp>
      <p:sp>
        <p:nvSpPr>
          <p:cNvPr id="4" name="Symbol zastępczy stopki 3">
            <a:extLst>
              <a:ext uri="{FF2B5EF4-FFF2-40B4-BE49-F238E27FC236}">
                <a16:creationId xmlns:a16="http://schemas.microsoft.com/office/drawing/2014/main" id="{8F741274-3727-5AE4-40FC-1C9480013B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ymbol zastępczy numeru slajdu 4">
            <a:extLst>
              <a:ext uri="{FF2B5EF4-FFF2-40B4-BE49-F238E27FC236}">
                <a16:creationId xmlns:a16="http://schemas.microsoft.com/office/drawing/2014/main" id="{78087400-3866-FB8C-FE7E-326CA248A1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4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309360" y="2011680"/>
            <a:ext cx="2377440" cy="2103120"/>
          </a:xfrm>
          <a:prstGeom prst="triangle">
            <a:avLst/>
          </a:prstGeom>
          <a:noFill/>
          <a:ln w="3810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7223760" y="2926080"/>
            <a:ext cx="548640" cy="8229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4800" b="1" dirty="0">
                <a:solidFill>
                  <a:srgbClr val="404040"/>
                </a:solidFill>
                <a:latin typeface="+mn-lt"/>
              </a:rPr>
              <a:t>!</a:t>
            </a:r>
          </a:p>
        </p:txBody>
      </p:sp>
      <p:cxnSp>
        <p:nvCxnSpPr>
          <p:cNvPr id="103" name="Linia 103"/>
          <p:cNvCxnSpPr/>
          <p:nvPr/>
        </p:nvCxnSpPr>
        <p:spPr>
          <a:xfrm>
            <a:off x="10058400" y="2194560"/>
            <a:ext cx="0" cy="192024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cxnSp>
        <p:nvCxnSpPr>
          <p:cNvPr id="104" name="Linia 104"/>
          <p:cNvCxnSpPr/>
          <p:nvPr/>
        </p:nvCxnSpPr>
        <p:spPr>
          <a:xfrm flipV="1">
            <a:off x="9326880" y="4114800"/>
            <a:ext cx="731520" cy="91440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cxnSp>
        <p:nvCxnSpPr>
          <p:cNvPr id="105" name="Linia 105"/>
          <p:cNvCxnSpPr/>
          <p:nvPr/>
        </p:nvCxnSpPr>
        <p:spPr>
          <a:xfrm>
            <a:off x="10058400" y="4114800"/>
            <a:ext cx="731520" cy="91440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cxnSp>
        <p:nvCxnSpPr>
          <p:cNvPr id="106" name="Linia 106"/>
          <p:cNvCxnSpPr/>
          <p:nvPr/>
        </p:nvCxnSpPr>
        <p:spPr>
          <a:xfrm>
            <a:off x="10058400" y="4114800"/>
            <a:ext cx="0" cy="914400"/>
          </a:xfrm>
          <a:prstGeom prst="line">
            <a:avLst/>
          </a:prstGeom>
          <a:ln w="25400">
            <a:solidFill>
              <a:srgbClr val="404040"/>
            </a:solidFill>
          </a:ln>
        </p:spPr>
      </p:cxnSp>
      <p:sp>
        <p:nvSpPr>
          <p:cNvPr id="107" name="Element 107"/>
          <p:cNvSpPr/>
          <p:nvPr/>
        </p:nvSpPr>
        <p:spPr>
          <a:xfrm>
            <a:off x="9738360" y="1828800"/>
            <a:ext cx="640080" cy="457200"/>
          </a:xfrm>
          <a:prstGeom prst="round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9784080" y="4663440"/>
            <a:ext cx="548640" cy="36576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8869680" y="516636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statyw + obciążenie</a:t>
            </a:r>
          </a:p>
        </p:txBody>
      </p:sp>
      <p:sp>
        <p:nvSpPr>
          <p:cNvPr id="110" name="Element 110"/>
          <p:cNvSpPr/>
          <p:nvPr/>
        </p:nvSpPr>
        <p:spPr>
          <a:xfrm>
            <a:off x="6309360" y="4297680"/>
            <a:ext cx="237744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400" b="0" dirty="0">
                <a:solidFill>
                  <a:srgbClr val="8A8A8A"/>
                </a:solidFill>
                <a:latin typeface="+mn-lt"/>
              </a:rPr>
              <a:t>uwaga na planie</a:t>
            </a:r>
          </a:p>
        </p:txBody>
      </p:sp>
    </p:spTree>
    <p:extLst>
      <p:ext uri="{BB962C8B-B14F-4D97-AF65-F5344CB8AC3E}">
        <p14:creationId xmlns:p14="http://schemas.microsoft.com/office/powerpoint/2010/main" val="233556131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DC2645-5EBF-48C5-3B87-093699F4D1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l-PL" dirty="0"/>
              <a:t>Spójność wizualna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8E5792-36EA-9C4E-1693-89E2793E8E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l-PL" dirty="0"/>
              <a:t>Powtarzalne światło</a:t>
            </a:r>
          </a:p>
          <a:p>
            <a:r>
              <a:rPr lang="pl-PL" dirty="0"/>
              <a:t>Stała kolorystyka</a:t>
            </a:r>
          </a:p>
          <a:p>
            <a:r>
              <a:rPr lang="pl-PL" dirty="0"/>
              <a:t>Podobna kompozycja</a:t>
            </a:r>
          </a:p>
          <a:p>
            <a:r>
              <a:rPr lang="pl-PL" dirty="0"/>
              <a:t>Rozpoznawalny styl marki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819845-D26F-245A-51E3-74CCC9FEB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rtl="0"/>
            <a:r>
              <a:rPr lang="pl-PL" dirty="0"/>
              <a:t>Światło jako narzędzie pracy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547FD3A-FFCB-E024-CFCB-AB4821141E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rtl="0"/>
            <a:fld id="{B5CEABB6-07DC-46E8-9B57-56EC44A396E5}" type="slidenum">
              <a:rPr lang="pl-PL" noProof="0" smtClean="0"/>
              <a:t>19</a:t>
            </a:fld>
            <a:endParaRPr lang="pl-PL" noProof="0"/>
          </a:p>
        </p:txBody>
      </p:sp>
      <p:sp>
        <p:nvSpPr>
          <p:cNvPr id="101" name="Element 101"/>
          <p:cNvSpPr/>
          <p:nvPr/>
        </p:nvSpPr>
        <p:spPr>
          <a:xfrm>
            <a:off x="6217920" y="1737360"/>
            <a:ext cx="5120640" cy="3291840"/>
          </a:xfrm>
          <a:prstGeom prst="rect">
            <a:avLst/>
          </a:prstGeom>
          <a:noFill/>
          <a:ln w="1905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2" name="Element 102"/>
          <p:cNvSpPr/>
          <p:nvPr/>
        </p:nvSpPr>
        <p:spPr>
          <a:xfrm>
            <a:off x="6537960" y="2057400"/>
            <a:ext cx="822960" cy="82296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3" name="Element 103"/>
          <p:cNvSpPr/>
          <p:nvPr/>
        </p:nvSpPr>
        <p:spPr>
          <a:xfrm>
            <a:off x="7589520" y="2194560"/>
            <a:ext cx="1463040" cy="5486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3600" b="1" dirty="0">
                <a:solidFill>
                  <a:srgbClr val="404040"/>
                </a:solidFill>
                <a:latin typeface="+mn-lt"/>
              </a:rPr>
              <a:t>Aa</a:t>
            </a:r>
          </a:p>
        </p:txBody>
      </p:sp>
      <p:sp>
        <p:nvSpPr>
          <p:cNvPr id="104" name="Element 104"/>
          <p:cNvSpPr/>
          <p:nvPr/>
        </p:nvSpPr>
        <p:spPr>
          <a:xfrm>
            <a:off x="6492240" y="3291840"/>
            <a:ext cx="731520" cy="731520"/>
          </a:xfrm>
          <a:prstGeom prst="rect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5" name="Element 105"/>
          <p:cNvSpPr/>
          <p:nvPr/>
        </p:nvSpPr>
        <p:spPr>
          <a:xfrm>
            <a:off x="7360920" y="3291840"/>
            <a:ext cx="731520" cy="731520"/>
          </a:xfrm>
          <a:prstGeom prst="rect">
            <a:avLst/>
          </a:prstGeom>
          <a:solidFill>
            <a:srgbClr val="404040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6" name="Element 106"/>
          <p:cNvSpPr/>
          <p:nvPr/>
        </p:nvSpPr>
        <p:spPr>
          <a:xfrm>
            <a:off x="8229600" y="3291840"/>
            <a:ext cx="731520" cy="731520"/>
          </a:xfrm>
          <a:prstGeom prst="rect">
            <a:avLst/>
          </a:prstGeom>
          <a:solidFill>
            <a:srgbClr val="C9CDD2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7" name="Element 107"/>
          <p:cNvSpPr/>
          <p:nvPr/>
        </p:nvSpPr>
        <p:spPr>
          <a:xfrm>
            <a:off x="9098280" y="3291840"/>
            <a:ext cx="731520" cy="731520"/>
          </a:xfrm>
          <a:prstGeom prst="rect">
            <a:avLst/>
          </a:prstGeom>
          <a:solidFill>
            <a:srgbClr val="FBF4EF"/>
          </a:solidFill>
          <a:ln w="12700">
            <a:solidFill>
              <a:srgbClr val="E3B18D"/>
            </a:solidFill>
          </a:ln>
        </p:spPr>
        <p:txBody>
          <a:bodyPr/>
          <a:lstStyle/>
          <a:p>
            <a:endParaRPr lang="pl-PL"/>
          </a:p>
        </p:txBody>
      </p:sp>
      <p:sp>
        <p:nvSpPr>
          <p:cNvPr id="108" name="Element 108"/>
          <p:cNvSpPr/>
          <p:nvPr/>
        </p:nvSpPr>
        <p:spPr>
          <a:xfrm>
            <a:off x="9966960" y="3291840"/>
            <a:ext cx="731520" cy="731520"/>
          </a:xfrm>
          <a:prstGeom prst="rect">
            <a:avLst/>
          </a:prstGeom>
          <a:solidFill>
            <a:srgbClr val="8A8A8A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sp>
        <p:nvSpPr>
          <p:cNvPr id="109" name="Element 109"/>
          <p:cNvSpPr/>
          <p:nvPr/>
        </p:nvSpPr>
        <p:spPr>
          <a:xfrm>
            <a:off x="10104120" y="2240280"/>
            <a:ext cx="457200" cy="457200"/>
          </a:xfrm>
          <a:prstGeom prst="ellipse">
            <a:avLst/>
          </a:prstGeom>
          <a:solidFill>
            <a:srgbClr val="E3B18D"/>
          </a:solidFill>
          <a:ln>
            <a:noFill/>
          </a:ln>
        </p:spPr>
        <p:txBody>
          <a:bodyPr/>
          <a:lstStyle/>
          <a:p>
            <a:endParaRPr lang="pl-PL"/>
          </a:p>
        </p:txBody>
      </p:sp>
      <p:cxnSp>
        <p:nvCxnSpPr>
          <p:cNvPr id="110" name="Linia 110"/>
          <p:cNvCxnSpPr/>
          <p:nvPr/>
        </p:nvCxnSpPr>
        <p:spPr>
          <a:xfrm>
            <a:off x="9509760" y="2468880"/>
            <a:ext cx="548640" cy="0"/>
          </a:xfrm>
          <a:prstGeom prst="line">
            <a:avLst/>
          </a:prstGeom>
          <a:ln w="15875">
            <a:solidFill>
              <a:srgbClr val="E3B18D"/>
            </a:solidFill>
            <a:prstDash val="dash"/>
          </a:ln>
        </p:spPr>
      </p:cxnSp>
      <p:sp>
        <p:nvSpPr>
          <p:cNvPr id="111" name="Element 111"/>
          <p:cNvSpPr/>
          <p:nvPr/>
        </p:nvSpPr>
        <p:spPr>
          <a:xfrm>
            <a:off x="9418320" y="2743200"/>
            <a:ext cx="173736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/>
            <a:r>
              <a:rPr lang="pl-PL" sz="1200" b="0" dirty="0">
                <a:solidFill>
                  <a:srgbClr val="8A8A8A"/>
                </a:solidFill>
                <a:latin typeface="+mn-lt"/>
              </a:rPr>
              <a:t>to samo światło</a:t>
            </a:r>
          </a:p>
        </p:txBody>
      </p:sp>
      <p:sp>
        <p:nvSpPr>
          <p:cNvPr id="112" name="Element 112"/>
          <p:cNvSpPr/>
          <p:nvPr/>
        </p:nvSpPr>
        <p:spPr>
          <a:xfrm>
            <a:off x="6492240" y="429768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Autofit/>
          </a:bodyPr>
          <a:lstStyle/>
          <a:p>
            <a:pPr algn="l"/>
            <a:r>
              <a:rPr lang="pl-PL" sz="1400" b="0" dirty="0">
                <a:solidFill>
                  <a:srgbClr val="8A8A8A"/>
                </a:solidFill>
                <a:latin typeface="+mn-lt"/>
              </a:rPr>
              <a:t>logo · font · paleta · światło</a:t>
            </a:r>
          </a:p>
        </p:txBody>
      </p:sp>
    </p:spTree>
    <p:extLst>
      <p:ext uri="{BB962C8B-B14F-4D97-AF65-F5344CB8AC3E}">
        <p14:creationId xmlns:p14="http://schemas.microsoft.com/office/powerpoint/2010/main" val="2703674974"/>
      </p:ext>
    </p:extLst>
  </p:cSld>
  <p:clrMapOvr>
    <a:masterClrMapping/>
  </p:clrMapOvr>
</p:sld>
</file>

<file path=ppt/theme/theme1.xml><?xml version="1.0" encoding="utf-8"?>
<a:theme xmlns:a="http://schemas.openxmlformats.org/drawingml/2006/main" name="Monoline">
  <a:themeElements>
    <a:clrScheme name="Custom 167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FBF4EF"/>
      </a:accent1>
      <a:accent2>
        <a:srgbClr val="F7F6F3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56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noline" id="{080CB5C6-FA0A-40B0-8C1A-A4BA88D91EE0}" vid="{DC98E595-77B2-413A-A4EA-B47400BD13CB}"/>
    </a:ext>
  </a:extLst>
</a:theme>
</file>

<file path=ppt/theme/theme2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Motyw pakietu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/>
    <MediaServiceKeyPoints xmlns="71af3243-3dd4-4a8d-8c0d-dd76da1f02a5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0" ma:contentTypeDescription="Create a new document." ma:contentTypeScope="" ma:versionID="1267097ee5f5874adfcc408041ae252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395891a93df65b14727750f2c06c306c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  <xsd:element ref="ns1:_ip_UnifiedCompliancePolicyProperties" minOccurs="0"/>
                <xsd:element ref="ns1:_ip_UnifiedCompliancePolicyUIAction" minOccurs="0"/>
                <xsd:element ref="ns2:Image" minOccurs="0"/>
                <xsd:element ref="ns4:TaxCatchAll" minOccurs="0"/>
                <xsd:element ref="ns2:ImageTagsTaxHTField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22" nillable="true" ma:displayName="Image" ma:format="Image" ma:internalName="Imag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0C14FED0-9A95-4A83-8CAA-A3BB5938F805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875DC67E-4FAC-4989-A1C6-9CCFAE7240B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C4BA2C8-4C3C-4809-AD4F-FED9B4D74B8F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Colorful Certificate</Template>
  <TotalTime>0</TotalTime>
  <Words>792</Words>
  <Application>Microsoft Office PowerPoint</Application>
  <PresentationFormat>Widescreen</PresentationFormat>
  <Paragraphs>262</Paragraphs>
  <Slides>25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6" baseType="lpstr">
      <vt:lpstr>Monoline</vt:lpstr>
      <vt:lpstr>Światło jako narzędzie pracy</vt:lpstr>
      <vt:lpstr>Warsztaty fotografii i wideo beauty &amp; product</vt:lpstr>
      <vt:lpstr>Plan dnia </vt:lpstr>
      <vt:lpstr>Zasady pracy&amp; BHP na planie  </vt:lpstr>
      <vt:lpstr>Parametry kamery Trójkąt ekspozycji</vt:lpstr>
      <vt:lpstr>Kontrola ekspozycji</vt:lpstr>
      <vt:lpstr>Rodzaje światła</vt:lpstr>
      <vt:lpstr>Kierunek światła </vt:lpstr>
      <vt:lpstr> Soft light i hard light</vt:lpstr>
      <vt:lpstr>Modyfikatory</vt:lpstr>
      <vt:lpstr>Blenda</vt:lpstr>
      <vt:lpstr> Trzy źródła światła</vt:lpstr>
      <vt:lpstr>Najczęstsze błędy</vt:lpstr>
      <vt:lpstr>Praca z modelem</vt:lpstr>
      <vt:lpstr>Kontrast &amp; Negativ fill</vt:lpstr>
      <vt:lpstr>Jedna osoba i dwie osoby </vt:lpstr>
      <vt:lpstr> Produkt: odbicia i cienie </vt:lpstr>
      <vt:lpstr>Kąt światła przy produkcie </vt:lpstr>
      <vt:lpstr>Hero shot i storytelling&amp; Spójność wizualna </vt:lpstr>
      <vt:lpstr>Stopniowe odstawianie produktu &amp; Światło Wędrujące </vt:lpstr>
      <vt:lpstr>Rozumienie śwaitła naturalnego</vt:lpstr>
      <vt:lpstr>PowerPoint Presentation</vt:lpstr>
      <vt:lpstr> Klasyczny 3-punktowy (Key–Fill–Rim)</vt:lpstr>
      <vt:lpstr>Pełna Sylwetka (Silhouette)</vt:lpstr>
      <vt:lpstr>Rembrandt Lighting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192</cp:revision>
  <dcterms:created xsi:type="dcterms:W3CDTF">2026-10-22T11:13:38Z</dcterms:created>
  <dcterms:modified xsi:type="dcterms:W3CDTF">2026-10-22T18:42:24Z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