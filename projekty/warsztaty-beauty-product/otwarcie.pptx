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twarcie" id="{eb11f464-04a0-db51-f041-fc9012ac609d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 WARSZTATAMI: wstaw własne zdjęcia A i B w ramki (ta sama twarz albo ten sam flakon, zmienione tylko światło) i usuń napisy „tu wstaw zdjęcie”.
Krótkie „cześć” wystarczy, przedstawisz się na następnym slajdzie.
Pokaż oba zdjęcia obok siebie i nie opisuj ich. Zapytaj grupę: co się zmieniło? Zbierz dwie, trzy odpowiedzi.
Domknij: wszystko, co widzicie, to różnica światła. Dziś uczymy się robić to świadomie, jedną zmianą naraz.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Przywitaj grupę. Przedstaw krótko siebie i swoje doświadczenie.
Powiedz wprost: celem nie jest tylko zrobienie jednego dobrego zdjęcia. Celem jest zrozumienie procesu, który można później powtórzyć.
Zapowiedz, że na koniec dnia każdy będzie miał wypełnioną kartę setupu (Lighting Bible).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 pokaż kolejność całego dnia. Powiedz, że każdy blok ma krótkie wyjaśnienie, demonstrację i ćwiczenie. Wskaż godziny przerw. Pytania można zadawać na bieżąco.
PRZED WARSZTATAMI: uzupełnij godziny w kolumnie GODZ. (w scenariuszu ich nie ma, tylko całość 9:00–17:50).
ZASADY: podkreśl, że nie chodzi o przypadkowe przesuwanie lamp. Każda zmiana ma konkretny cel. Zachęć do notatek w karcie setupu.
BHP (powiedz ustnie, pokazując na planie): kable zabezpieczone, statywy obciążone, lampy ustawione stabilnie, nie dotykamy gorącego sprzętu, zmiany ustawień komunikujemy grupie. Pokaż, gdzie są kable i zasilanie. Ustal, kto może przestawiać sprzęt.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TWARCIE_TYTUL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8735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935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68735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5935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44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EYEZ</a:t>
            </a:r>
            <a:endParaRPr lang="en-US" sz="1000" dirty="0"/>
          </a:p>
        </p:txBody>
      </p:sp>
      <p:sp>
        <p:nvSpPr>
          <p:cNvPr id="11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  <a:latin typeface="Instrument Sans"/>
                <a:ea typeface="Instrument Sans"/>
                <a:cs typeface="Instrument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TWARCIE_HAS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8735" y="3657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935" y="36576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68735" y="64922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5935" y="603504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44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EYEZ</a:t>
            </a:r>
            <a:endParaRPr lang="en-US" sz="1000" dirty="0"/>
          </a:p>
        </p:txBody>
      </p:sp>
      <p:sp>
        <p:nvSpPr>
          <p:cNvPr id="11" name="Text 9"/>
          <p:cNvSpPr/>
          <p:nvPr>
            <p:ph idx="109" type="title" hasCustomPrompt="1"/>
          </p:nvPr>
        </p:nvSpPr>
        <p:spPr>
          <a:xfrm>
            <a:off x="822960" y="1371600"/>
            <a:ext cx="100584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  <a:latin typeface="Instrument Sans"/>
                <a:ea typeface="Instrument Sans"/>
                <a:cs typeface="Instrument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  <a:latin typeface="Instrument Sans"/>
                <a:ea typeface="Instrument Sans"/>
                <a:cs typeface="Instrument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 sama scena. Co się zmieniło?</a:t>
            </a:r>
            <a:endParaRPr lang="en-US" sz="4000" dirty="0"/>
          </a:p>
        </p:txBody>
      </p:sp>
      <p:sp>
        <p:nvSpPr>
          <p:cNvPr id="3" name="Ramka zdjecia A"/>
          <p:cNvSpPr/>
          <p:nvPr/>
        </p:nvSpPr>
        <p:spPr>
          <a:xfrm>
            <a:off x="822960" y="1783080"/>
            <a:ext cx="5042916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Podpis ramki A"/>
          <p:cNvSpPr txBox="1"/>
          <p:nvPr/>
        </p:nvSpPr>
        <p:spPr>
          <a:xfrm>
            <a:off x="822960" y="3520440"/>
            <a:ext cx="5042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tu wstaw zdjęcie A</a:t>
            </a:r>
            <a:endParaRPr lang="en-US" sz="1400" dirty="0"/>
          </a:p>
        </p:txBody>
      </p:sp>
      <p:sp>
        <p:nvSpPr>
          <p:cNvPr id="5" name="Litera A"/>
          <p:cNvSpPr txBox="1"/>
          <p:nvPr/>
        </p:nvSpPr>
        <p:spPr>
          <a:xfrm>
            <a:off x="1097280" y="5074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Ramka zdjecia B"/>
          <p:cNvSpPr/>
          <p:nvPr/>
        </p:nvSpPr>
        <p:spPr>
          <a:xfrm>
            <a:off x="6323076" y="1783080"/>
            <a:ext cx="5042916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Podpis ramki B"/>
          <p:cNvSpPr txBox="1"/>
          <p:nvPr/>
        </p:nvSpPr>
        <p:spPr>
          <a:xfrm>
            <a:off x="6323076" y="3520440"/>
            <a:ext cx="5042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tu wstaw zdjęcie B</a:t>
            </a:r>
            <a:endParaRPr lang="en-US" sz="1400" dirty="0"/>
          </a:p>
        </p:txBody>
      </p:sp>
      <p:sp>
        <p:nvSpPr>
          <p:cNvPr id="8" name="Litera B"/>
          <p:cNvSpPr txBox="1"/>
          <p:nvPr/>
        </p:nvSpPr>
        <p:spPr>
          <a:xfrm>
            <a:off x="6597396" y="5074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  <a:latin typeface="Instrument Sans"/>
                <a:ea typeface="Instrument Sans"/>
                <a:cs typeface="Instrument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137160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Dziś nie robimy jednego dobrego zdjęcia.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Uczymy się procesu, który da się powtórzyć.</a:t>
            </a:r>
            <a:endParaRPr lang="en-US" sz="4400" dirty="0"/>
          </a:p>
        </p:txBody>
      </p:sp>
      <p:sp>
        <p:nvSpPr>
          <p:cNvPr id="3" name="Tytul warsztatow"/>
          <p:cNvSpPr txBox="1"/>
          <p:nvPr/>
        </p:nvSpPr>
        <p:spPr>
          <a:xfrm>
            <a:off x="822960" y="5074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Warsztaty fotografii i wideo Beauty &amp; Product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Praca ze światłem, modelem i produktem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  <a:latin typeface="Instrument Sans"/>
                <a:ea typeface="Instrument Sans"/>
                <a:cs typeface="Instrument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 dnia</a:t>
            </a:r>
            <a:endParaRPr lang="en-US" sz="4000" dirty="0"/>
          </a:p>
        </p:txBody>
      </p:sp>
      <p:sp>
        <p:nvSpPr>
          <p:cNvPr id="3" name="Naglowek call sheetu"/>
          <p:cNvSpPr txBox="1"/>
          <p:nvPr/>
        </p:nvSpPr>
        <p:spPr>
          <a:xfrm>
            <a:off x="6793992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Call sheet · 9:00–17:50</a:t>
            </a:r>
            <a:endParaRPr lang="en-US" sz="1400" dirty="0"/>
          </a:p>
        </p:txBody>
      </p:sp>
      <p:sp>
        <p:nvSpPr>
          <p:cNvPr id="4" name="Naglowek kolumny blok"/>
          <p:cNvSpPr txBox="1"/>
          <p:nvPr/>
        </p:nvSpPr>
        <p:spPr>
          <a:xfrm>
            <a:off x="8229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BLOK</a:t>
            </a:r>
            <a:endParaRPr lang="en-US" sz="1100" dirty="0"/>
          </a:p>
        </p:txBody>
      </p:sp>
      <p:sp>
        <p:nvSpPr>
          <p:cNvPr id="5" name="Naglowek kolumny godziny"/>
          <p:cNvSpPr txBox="1"/>
          <p:nvPr/>
        </p:nvSpPr>
        <p:spPr>
          <a:xfrm>
            <a:off x="566928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GODZ.</a:t>
            </a:r>
            <a:endParaRPr lang="en-US" sz="1100" dirty="0"/>
          </a:p>
        </p:txBody>
      </p:sp>
      <p:sp>
        <p:nvSpPr>
          <p:cNvPr id="6" name="Linia tabeli 0"/>
          <p:cNvSpPr/>
          <p:nvPr/>
        </p:nvSpPr>
        <p:spPr>
          <a:xfrm>
            <a:off x="822960" y="219456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Numer bloku 1"/>
          <p:cNvSpPr txBox="1"/>
          <p:nvPr/>
        </p:nvSpPr>
        <p:spPr>
          <a:xfrm>
            <a:off x="82296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Nazwa bloku 1"/>
          <p:cNvSpPr txBox="1"/>
          <p:nvPr/>
        </p:nvSpPr>
        <p:spPr>
          <a:xfrm>
            <a:off x="141732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Teoria światła i ekspozycji</a:t>
            </a:r>
            <a:endParaRPr lang="en-US" sz="1800" dirty="0"/>
          </a:p>
        </p:txBody>
      </p:sp>
      <p:sp>
        <p:nvSpPr>
          <p:cNvPr id="9" name="Godzina bloku 1"/>
          <p:cNvSpPr txBox="1"/>
          <p:nvPr/>
        </p:nvSpPr>
        <p:spPr>
          <a:xfrm>
            <a:off x="566928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--:--</a:t>
            </a:r>
            <a:endParaRPr lang="en-US" sz="1600" dirty="0"/>
          </a:p>
        </p:txBody>
      </p:sp>
      <p:sp>
        <p:nvSpPr>
          <p:cNvPr id="10" name="Linia tabeli 1"/>
          <p:cNvSpPr/>
          <p:nvPr/>
        </p:nvSpPr>
        <p:spPr>
          <a:xfrm>
            <a:off x="822960" y="269748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1" name="Numer bloku 2"/>
          <p:cNvSpPr txBox="1"/>
          <p:nvPr/>
        </p:nvSpPr>
        <p:spPr>
          <a:xfrm>
            <a:off x="82296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Nazwa bloku 2"/>
          <p:cNvSpPr txBox="1"/>
          <p:nvPr/>
        </p:nvSpPr>
        <p:spPr>
          <a:xfrm>
            <a:off x="141732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Praktyka podstawowa</a:t>
            </a:r>
            <a:endParaRPr lang="en-US" sz="1800" dirty="0"/>
          </a:p>
        </p:txBody>
      </p:sp>
      <p:sp>
        <p:nvSpPr>
          <p:cNvPr id="13" name="Godzina bloku 2"/>
          <p:cNvSpPr txBox="1"/>
          <p:nvPr/>
        </p:nvSpPr>
        <p:spPr>
          <a:xfrm>
            <a:off x="566928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--:--</a:t>
            </a:r>
            <a:endParaRPr lang="en-US" sz="1600" dirty="0"/>
          </a:p>
        </p:txBody>
      </p:sp>
      <p:sp>
        <p:nvSpPr>
          <p:cNvPr id="14" name="Linia tabeli 2"/>
          <p:cNvSpPr/>
          <p:nvPr/>
        </p:nvSpPr>
        <p:spPr>
          <a:xfrm>
            <a:off x="822960" y="320040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Numer bloku 3"/>
          <p:cNvSpPr txBox="1"/>
          <p:nvPr/>
        </p:nvSpPr>
        <p:spPr>
          <a:xfrm>
            <a:off x="82296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Nazwa bloku 3"/>
          <p:cNvSpPr txBox="1"/>
          <p:nvPr/>
        </p:nvSpPr>
        <p:spPr>
          <a:xfrm>
            <a:off x="1417320" y="3200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Zaawansowane setupy</a:t>
            </a:r>
            <a:endParaRPr lang="en-US" sz="1800" dirty="0"/>
          </a:p>
        </p:txBody>
      </p:sp>
      <p:sp>
        <p:nvSpPr>
          <p:cNvPr id="17" name="Godzina bloku 3"/>
          <p:cNvSpPr txBox="1"/>
          <p:nvPr/>
        </p:nvSpPr>
        <p:spPr>
          <a:xfrm>
            <a:off x="566928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--:--</a:t>
            </a:r>
            <a:endParaRPr lang="en-US" sz="1600" dirty="0"/>
          </a:p>
        </p:txBody>
      </p:sp>
      <p:sp>
        <p:nvSpPr>
          <p:cNvPr id="18" name="Linia tabeli 3"/>
          <p:cNvSpPr/>
          <p:nvPr/>
        </p:nvSpPr>
        <p:spPr>
          <a:xfrm>
            <a:off x="822960" y="370332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9" name="Numer bloku 4"/>
          <p:cNvSpPr txBox="1"/>
          <p:nvPr/>
        </p:nvSpPr>
        <p:spPr>
          <a:xfrm>
            <a:off x="82296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Nazwa bloku 4"/>
          <p:cNvSpPr txBox="1"/>
          <p:nvPr/>
        </p:nvSpPr>
        <p:spPr>
          <a:xfrm>
            <a:off x="141732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Fotografia produktu</a:t>
            </a:r>
            <a:endParaRPr lang="en-US" sz="1800" dirty="0"/>
          </a:p>
        </p:txBody>
      </p:sp>
      <p:sp>
        <p:nvSpPr>
          <p:cNvPr id="21" name="Godzina bloku 4"/>
          <p:cNvSpPr txBox="1"/>
          <p:nvPr/>
        </p:nvSpPr>
        <p:spPr>
          <a:xfrm>
            <a:off x="566928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--:--</a:t>
            </a:r>
            <a:endParaRPr lang="en-US" sz="1600" dirty="0"/>
          </a:p>
        </p:txBody>
      </p:sp>
      <p:sp>
        <p:nvSpPr>
          <p:cNvPr id="22" name="Linia tabeli 4"/>
          <p:cNvSpPr/>
          <p:nvPr/>
        </p:nvSpPr>
        <p:spPr>
          <a:xfrm>
            <a:off x="822960" y="420624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3" name="Numer bloku 5"/>
          <p:cNvSpPr txBox="1"/>
          <p:nvPr/>
        </p:nvSpPr>
        <p:spPr>
          <a:xfrm>
            <a:off x="82296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Nazwa bloku 5"/>
          <p:cNvSpPr txBox="1"/>
          <p:nvPr/>
        </p:nvSpPr>
        <p:spPr>
          <a:xfrm>
            <a:off x="141732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Setupy studyjne</a:t>
            </a:r>
            <a:endParaRPr lang="en-US" sz="1800" dirty="0"/>
          </a:p>
        </p:txBody>
      </p:sp>
      <p:sp>
        <p:nvSpPr>
          <p:cNvPr id="25" name="Godzina bloku 5"/>
          <p:cNvSpPr txBox="1"/>
          <p:nvPr/>
        </p:nvSpPr>
        <p:spPr>
          <a:xfrm>
            <a:off x="5669280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--:--</a:t>
            </a:r>
            <a:endParaRPr lang="en-US" sz="1600" dirty="0"/>
          </a:p>
        </p:txBody>
      </p:sp>
      <p:sp>
        <p:nvSpPr>
          <p:cNvPr id="26" name="Linia tabeli 5"/>
          <p:cNvSpPr/>
          <p:nvPr/>
        </p:nvSpPr>
        <p:spPr>
          <a:xfrm>
            <a:off x="822960" y="470916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7" name="Numer bloku 6"/>
          <p:cNvSpPr txBox="1"/>
          <p:nvPr/>
        </p:nvSpPr>
        <p:spPr>
          <a:xfrm>
            <a:off x="822960" y="4709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Nazwa bloku 6"/>
          <p:cNvSpPr txBox="1"/>
          <p:nvPr/>
        </p:nvSpPr>
        <p:spPr>
          <a:xfrm>
            <a:off x="141732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LAB i własne ćwiczenia</a:t>
            </a:r>
            <a:endParaRPr lang="en-US" sz="1800" dirty="0"/>
          </a:p>
        </p:txBody>
      </p:sp>
      <p:sp>
        <p:nvSpPr>
          <p:cNvPr id="29" name="Godzina bloku 6"/>
          <p:cNvSpPr txBox="1"/>
          <p:nvPr/>
        </p:nvSpPr>
        <p:spPr>
          <a:xfrm>
            <a:off x="5669280" y="4709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--:--</a:t>
            </a:r>
            <a:endParaRPr lang="en-US" sz="1600" dirty="0"/>
          </a:p>
        </p:txBody>
      </p:sp>
      <p:sp>
        <p:nvSpPr>
          <p:cNvPr id="30" name="Linia tabeli 6"/>
          <p:cNvSpPr/>
          <p:nvPr/>
        </p:nvSpPr>
        <p:spPr>
          <a:xfrm>
            <a:off x="822960" y="521208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1" name="Numer bloku 7"/>
          <p:cNvSpPr txBox="1"/>
          <p:nvPr/>
        </p:nvSpPr>
        <p:spPr>
          <a:xfrm>
            <a:off x="822960" y="5212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Nazwa bloku 7"/>
          <p:cNvSpPr txBox="1"/>
          <p:nvPr/>
        </p:nvSpPr>
        <p:spPr>
          <a:xfrm>
            <a:off x="141732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Podsumowanie</a:t>
            </a:r>
            <a:endParaRPr lang="en-US" sz="1800" dirty="0"/>
          </a:p>
        </p:txBody>
      </p:sp>
      <p:sp>
        <p:nvSpPr>
          <p:cNvPr id="33" name="Godzina bloku 7"/>
          <p:cNvSpPr txBox="1"/>
          <p:nvPr/>
        </p:nvSpPr>
        <p:spPr>
          <a:xfrm>
            <a:off x="5669280" y="5212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--:--</a:t>
            </a:r>
            <a:endParaRPr lang="en-US" sz="1600" dirty="0"/>
          </a:p>
        </p:txBody>
      </p:sp>
      <p:sp>
        <p:nvSpPr>
          <p:cNvPr id="34" name="Linia tabeli 7"/>
          <p:cNvSpPr/>
          <p:nvPr/>
        </p:nvSpPr>
        <p:spPr>
          <a:xfrm>
            <a:off x="822960" y="5715000"/>
            <a:ext cx="6035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5" name="Karta zasad"/>
          <p:cNvSpPr/>
          <p:nvPr/>
        </p:nvSpPr>
        <p:spPr>
          <a:xfrm>
            <a:off x="7406640" y="1783080"/>
            <a:ext cx="3959352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6" name="Naglowek zasad"/>
          <p:cNvSpPr txBox="1"/>
          <p:nvPr/>
        </p:nvSpPr>
        <p:spPr>
          <a:xfrm>
            <a:off x="7772400" y="205740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ZASADY DNIA</a:t>
            </a:r>
            <a:endParaRPr lang="en-US" sz="1100" dirty="0"/>
          </a:p>
        </p:txBody>
      </p:sp>
      <p:sp>
        <p:nvSpPr>
          <p:cNvPr id="37" name="Lista zasad"/>
          <p:cNvSpPr txBox="1"/>
          <p:nvPr/>
        </p:nvSpPr>
        <p:spPr>
          <a:xfrm>
            <a:off x="7772400" y="2560320"/>
            <a:ext cx="32278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Najpierw obserwujemy</a:t>
            </a:r>
            <a:endParaRPr lang="en-US" sz="2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Potem testujemy</a:t>
            </a:r>
            <a:endParaRPr lang="en-US" sz="2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Zmieniamy jeden element naraz</a:t>
            </a:r>
            <a:endParaRPr lang="en-US" sz="2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Zapisujemy ustawienia</a:t>
            </a:r>
            <a:endParaRPr lang="en-US" sz="2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Omawiamy efekty wspólnie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1592" y="614476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8F8F"/>
                </a:solidFill>
                <a:latin typeface="Instrument Sans"/>
                <a:ea typeface="Instrument Sans"/>
                <a:cs typeface="Instrument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 Eyez">
  <a:themeElements>
    <a:clrScheme name="4 Eyez">
      <a:dk1>
        <a:srgbClr val="000000"/>
      </a:dk1>
      <a:lt1>
        <a:srgbClr val="F5F5F5"/>
      </a:lt1>
      <a:dk2>
        <a:srgbClr val="151515"/>
      </a:dk2>
      <a:lt2>
        <a:srgbClr val="8F8F8F"/>
      </a:lt2>
      <a:accent1>
        <a:srgbClr val="A99BFF"/>
      </a:accent1>
      <a:accent2>
        <a:srgbClr val="F5F5F5"/>
      </a:accent2>
      <a:accent3>
        <a:srgbClr val="8F8F8F"/>
      </a:accent3>
      <a:accent4>
        <a:srgbClr val="151515"/>
      </a:accent4>
      <a:accent5>
        <a:srgbClr val="A99BFF"/>
      </a:accent5>
      <a:accent6>
        <a:srgbClr val="8F8F8F"/>
      </a:accent6>
      <a:hlink>
        <a:srgbClr val="A99BFF"/>
      </a:hlink>
      <a:folHlink>
        <a:srgbClr val="8F8F8F"/>
      </a:folHlink>
    </a:clrScheme>
    <a:fontScheme name="4 Eyez">
      <a:majorFont>
        <a:latin typeface="Archiv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Warsztaty fotografii i wideo Beauty &amp; Product — otwarcie</dc:title>
  <dc:subject>PptxGenJS Presentation</dc:subject>
  <dc:creator>4 Eyez</dc:creator>
  <cp:lastModifiedBy>4 Eyez</cp:lastModifiedBy>
  <cp:revision>1</cp:revision>
  <dcterms:created xsi:type="dcterms:W3CDTF">2026-10-22T15:10:38Z</dcterms:created>
  <dcterms:modified xsi:type="dcterms:W3CDTF">2026-10-22T15:10:38Z</dcterms:modified>
</cp:coreProperties>
</file>